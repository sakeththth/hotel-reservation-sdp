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440" r:id="rId3"/>
    <p:sldId id="381" r:id="rId5"/>
    <p:sldId id="444" r:id="rId6"/>
    <p:sldId id="442" r:id="rId7"/>
    <p:sldId id="443" r:id="rId8"/>
    <p:sldId id="445" r:id="rId9"/>
    <p:sldId id="446" r:id="rId10"/>
    <p:sldId id="470" r:id="rId11"/>
    <p:sldId id="471" r:id="rId12"/>
    <p:sldId id="507" r:id="rId13"/>
    <p:sldId id="448" r:id="rId14"/>
    <p:sldId id="508" r:id="rId15"/>
    <p:sldId id="449" r:id="rId16"/>
    <p:sldId id="505" r:id="rId17"/>
    <p:sldId id="506" r:id="rId18"/>
    <p:sldId id="512" r:id="rId19"/>
    <p:sldId id="472" r:id="rId20"/>
    <p:sldId id="494" r:id="rId21"/>
    <p:sldId id="509" r:id="rId22"/>
    <p:sldId id="510" r:id="rId23"/>
    <p:sldId id="511" r:id="rId24"/>
    <p:sldId id="501" r:id="rId25"/>
    <p:sldId id="503" r:id="rId26"/>
    <p:sldId id="462" r:id="rId27"/>
    <p:sldId id="463" r:id="rId28"/>
    <p:sldId id="502" r:id="rId29"/>
  </p:sldIdLst>
  <p:sldSz cx="12192000" cy="6858000"/>
  <p:notesSz cx="6858000" cy="9144000"/>
  <p:embeddedFontLst>
    <p:embeddedFont>
      <p:font typeface="Verdana" panose="020B0604030504040204" pitchFamily="34" charset="0"/>
      <p:regular r:id="rId33"/>
      <p:bold r:id="rId34"/>
      <p:italic r:id="rId35"/>
      <p:boldItalic r:id="rId36"/>
    </p:embeddedFont>
    <p:embeddedFont>
      <p:font typeface="MS PGothic" panose="020B0600070205080204" pitchFamily="34" charset="-128"/>
      <p:regular r:id="rId37"/>
    </p:embeddedFont>
    <p:embeddedFont>
      <p:font typeface="Microsoft YaHei" panose="020B0503020204020204" pitchFamily="34" charset="-122"/>
      <p:regular r:id="rId38"/>
    </p:embeddedFont>
    <p:embeddedFont>
      <p:font typeface="Calibri" panose="020F0502020204030204" pitchFamily="34" charset="0"/>
      <p:regular r:id="rId39"/>
      <p:bold r:id="rId40"/>
      <p:italic r:id="rId41"/>
      <p:boldItalic r:id="rId42"/>
    </p:embeddedFont>
  </p:embeddedFont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B00FE6F6-F20A-4591-A746-2E2817E3F10C}">
          <p14:sldIdLst>
            <p14:sldId id="440"/>
            <p14:sldId id="381"/>
            <p14:sldId id="444"/>
            <p14:sldId id="442"/>
            <p14:sldId id="443"/>
            <p14:sldId id="445"/>
            <p14:sldId id="446"/>
            <p14:sldId id="470"/>
            <p14:sldId id="471"/>
            <p14:sldId id="507"/>
          </p14:sldIdLst>
        </p14:section>
        <p14:section name="Untitled Section" id="{56F00EAB-208B-427E-A174-E9335ED29EA8}">
          <p14:sldIdLst>
            <p14:sldId id="448"/>
            <p14:sldId id="508"/>
            <p14:sldId id="449"/>
            <p14:sldId id="505"/>
            <p14:sldId id="506"/>
            <p14:sldId id="512"/>
            <p14:sldId id="472"/>
            <p14:sldId id="494"/>
            <p14:sldId id="509"/>
            <p14:sldId id="510"/>
            <p14:sldId id="511"/>
            <p14:sldId id="501"/>
            <p14:sldId id="503"/>
            <p14:sldId id="462"/>
            <p14:sldId id="463"/>
            <p14:sldId id="502"/>
          </p14:sldIdLst>
        </p14:section>
      </p14:sectionLst>
    </p:ext>
    <p:ext uri="{EFAFB233-063F-42B5-8137-9DF3F51BA10A}">
      <p15:sldGuideLst xmlns:p15="http://schemas.microsoft.com/office/powerpoint/2012/main">
        <p15:guide id="1" orient="horz" pos="217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1B57B9"/>
    <a:srgbClr val="0033CC"/>
    <a:srgbClr val="1B57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64659" autoAdjust="0"/>
  </p:normalViewPr>
  <p:slideViewPr>
    <p:cSldViewPr snapToGrid="0" showGuides="1">
      <p:cViewPr varScale="1">
        <p:scale>
          <a:sx n="72" d="100"/>
          <a:sy n="72" d="100"/>
        </p:scale>
        <p:origin x="516" y="72"/>
      </p:cViewPr>
      <p:guideLst>
        <p:guide orient="horz" pos="217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font" Target="fonts/font10.fntdata"/><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notesMaster" Target="notesMasters/notesMaster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9C68E61-FE4E-42C9-BBB3-9661F663835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0DBF1D3D-D652-46C3-97CC-035331B38D40}">
      <dgm:prSet custT="1"/>
      <dgm:spPr/>
      <dgm:t>
        <a:bodyPr/>
        <a:lstStyle/>
        <a:p>
          <a:r>
            <a:rPr lang="en-US" sz="2500" dirty="0">
              <a:latin typeface="Calibri" panose="020F0502020204030204" pitchFamily="34" charset="0"/>
              <a:cs typeface="Calibri" panose="020F0502020204030204" pitchFamily="34" charset="0"/>
            </a:rPr>
            <a:t>Client complete affiliation</a:t>
          </a:r>
        </a:p>
      </dgm:t>
    </dgm:pt>
    <dgm:pt modelId="{8E38ADAE-A1BF-4F60-B8DE-9018C41A5CE2}" cxnId="{BCECD50A-E969-4AA5-B3E6-F7BF732AD6E8}" type="parTrans">
      <dgm:prSet/>
      <dgm:spPr/>
      <dgm:t>
        <a:bodyPr/>
        <a:lstStyle/>
        <a:p>
          <a:endParaRPr lang="en-US"/>
        </a:p>
      </dgm:t>
    </dgm:pt>
    <dgm:pt modelId="{046604C9-F018-4816-823E-87CB45A7FA44}" cxnId="{BCECD50A-E969-4AA5-B3E6-F7BF732AD6E8}" type="sibTrans">
      <dgm:prSet/>
      <dgm:spPr/>
      <dgm:t>
        <a:bodyPr/>
        <a:lstStyle/>
        <a:p>
          <a:endParaRPr lang="en-US"/>
        </a:p>
      </dgm:t>
    </dgm:pt>
    <dgm:pt modelId="{AB4D67EA-B748-4DAC-8E0F-3D434BC9807B}">
      <dgm:prSet custT="1"/>
      <dgm:spPr/>
      <dgm:t>
        <a:bodyPr/>
        <a:lstStyle/>
        <a:p>
          <a:endParaRPr lang="en-US" sz="2500" dirty="0">
            <a:latin typeface="Calibri" panose="020F0502020204030204" pitchFamily="34" charset="0"/>
            <a:cs typeface="Calibri" panose="020F0502020204030204" pitchFamily="34" charset="0"/>
          </a:endParaRPr>
        </a:p>
      </dgm:t>
    </dgm:pt>
    <dgm:pt modelId="{795EABF5-78FC-42B1-83D1-25308033E560}" cxnId="{C8CD096C-AA49-417F-B704-250A184FA0BF}" type="parTrans">
      <dgm:prSet/>
      <dgm:spPr/>
      <dgm:t>
        <a:bodyPr/>
        <a:lstStyle/>
        <a:p>
          <a:endParaRPr lang="en-US"/>
        </a:p>
      </dgm:t>
    </dgm:pt>
    <dgm:pt modelId="{85BB194F-7B58-48BD-AC97-F9EF3E2DA0CF}" cxnId="{C8CD096C-AA49-417F-B704-250A184FA0BF}" type="sibTrans">
      <dgm:prSet/>
      <dgm:spPr/>
      <dgm:t>
        <a:bodyPr/>
        <a:lstStyle/>
        <a:p>
          <a:endParaRPr lang="en-US"/>
        </a:p>
      </dgm:t>
    </dgm:pt>
    <dgm:pt modelId="{BDE06554-178B-4F19-A497-E3250A99F9CC}">
      <dgm:prSet custT="1"/>
      <dgm:spPr/>
      <dgm:t>
        <a:bodyPr/>
        <a:lstStyle/>
        <a:p>
          <a:endParaRPr lang="en-US" sz="2500" dirty="0">
            <a:latin typeface="Calibri" panose="020F0502020204030204" pitchFamily="34" charset="0"/>
            <a:cs typeface="Calibri" panose="020F0502020204030204" pitchFamily="34" charset="0"/>
          </a:endParaRPr>
        </a:p>
      </dgm:t>
    </dgm:pt>
    <dgm:pt modelId="{7B96BFEE-11AB-4221-8B5C-2A5095265A01}" cxnId="{6BC7CDB5-487F-4667-AA70-EB371C9D8591}" type="parTrans">
      <dgm:prSet/>
      <dgm:spPr/>
      <dgm:t>
        <a:bodyPr/>
        <a:lstStyle/>
        <a:p>
          <a:endParaRPr lang="en-US"/>
        </a:p>
      </dgm:t>
    </dgm:pt>
    <dgm:pt modelId="{0926A3B9-5BED-4AB5-877A-49695C5FCA8A}" cxnId="{6BC7CDB5-487F-4667-AA70-EB371C9D8591}" type="sibTrans">
      <dgm:prSet/>
      <dgm:spPr/>
      <dgm:t>
        <a:bodyPr/>
        <a:lstStyle/>
        <a:p>
          <a:endParaRPr lang="en-US"/>
        </a:p>
      </dgm:t>
    </dgm:pt>
    <dgm:pt modelId="{41D0F5F8-D6D0-4A35-9F84-95474493C3FC}">
      <dgm:prSet custT="1"/>
      <dgm:spPr/>
      <dgm:t>
        <a:bodyPr/>
        <a:lstStyle/>
        <a:p>
          <a:r>
            <a:rPr lang="en-US" sz="2500" dirty="0">
              <a:latin typeface="Calibri" panose="020F0502020204030204" pitchFamily="34" charset="0"/>
              <a:cs typeface="Calibri" panose="020F0502020204030204" pitchFamily="34" charset="0"/>
            </a:rPr>
            <a:t>Email:</a:t>
          </a:r>
        </a:p>
      </dgm:t>
    </dgm:pt>
    <dgm:pt modelId="{18A7A0DA-91C9-44C4-85DF-98AE3F9AA882}" cxnId="{1B4A0FB3-300D-4C4A-8688-07DDB14302F9}" type="parTrans">
      <dgm:prSet/>
      <dgm:spPr/>
      <dgm:t>
        <a:bodyPr/>
        <a:lstStyle/>
        <a:p>
          <a:endParaRPr lang="en-US"/>
        </a:p>
      </dgm:t>
    </dgm:pt>
    <dgm:pt modelId="{9928D242-7E2E-400E-A636-2444F919D5AB}" cxnId="{1B4A0FB3-300D-4C4A-8688-07DDB14302F9}" type="sibTrans">
      <dgm:prSet/>
      <dgm:spPr/>
      <dgm:t>
        <a:bodyPr/>
        <a:lstStyle/>
        <a:p>
          <a:endParaRPr lang="en-US"/>
        </a:p>
      </dgm:t>
    </dgm:pt>
    <dgm:pt modelId="{930A7B8B-52A3-4881-B9A0-DAC3534AF054}">
      <dgm:prSet custT="1"/>
      <dgm:spPr/>
      <dgm:t>
        <a:bodyPr/>
        <a:lstStyle/>
        <a:p>
          <a:r>
            <a:rPr lang="en-US" sz="2500" dirty="0">
              <a:latin typeface="Calibri" panose="020F0502020204030204" pitchFamily="34" charset="0"/>
              <a:cs typeface="Calibri" panose="020F0502020204030204" pitchFamily="34" charset="0"/>
            </a:rPr>
            <a:t>LinkedIn:</a:t>
          </a:r>
        </a:p>
      </dgm:t>
    </dgm:pt>
    <dgm:pt modelId="{4D3B0ACA-FAFA-4530-9B82-88CFD526C63F}" cxnId="{D98975E7-3FF7-4D93-B51B-A31EDBD05C98}" type="parTrans">
      <dgm:prSet/>
      <dgm:spPr/>
      <dgm:t>
        <a:bodyPr/>
        <a:lstStyle/>
        <a:p>
          <a:endParaRPr lang="en-US"/>
        </a:p>
      </dgm:t>
    </dgm:pt>
    <dgm:pt modelId="{B66429A0-4FD8-4DAD-B183-D3F0B767C193}" cxnId="{D98975E7-3FF7-4D93-B51B-A31EDBD05C98}" type="sibTrans">
      <dgm:prSet/>
      <dgm:spPr/>
      <dgm:t>
        <a:bodyPr/>
        <a:lstStyle/>
        <a:p>
          <a:endParaRPr lang="en-US"/>
        </a:p>
      </dgm:t>
    </dgm:pt>
    <dgm:pt modelId="{CBAECFD3-37CC-4956-A92C-C6AA304AFD22}" type="pres">
      <dgm:prSet presAssocID="{59C68E61-FE4E-42C9-BBB3-9661F663835A}" presName="vert0" presStyleCnt="0">
        <dgm:presLayoutVars>
          <dgm:dir/>
          <dgm:animOne val="branch"/>
          <dgm:animLvl val="lvl"/>
        </dgm:presLayoutVars>
      </dgm:prSet>
      <dgm:spPr/>
    </dgm:pt>
    <dgm:pt modelId="{17D46443-A7AC-4657-A85B-058A005039CF}" type="pres">
      <dgm:prSet presAssocID="{0DBF1D3D-D652-46C3-97CC-035331B38D40}" presName="thickLine" presStyleLbl="alignNode1" presStyleIdx="0" presStyleCnt="5"/>
      <dgm:spPr/>
    </dgm:pt>
    <dgm:pt modelId="{F2AA40CC-4287-4477-9BE2-919C89B5C2DD}" type="pres">
      <dgm:prSet presAssocID="{0DBF1D3D-D652-46C3-97CC-035331B38D40}" presName="horz1" presStyleCnt="0"/>
      <dgm:spPr/>
    </dgm:pt>
    <dgm:pt modelId="{40917556-649C-4BFE-87FF-3031AD996975}" type="pres">
      <dgm:prSet presAssocID="{0DBF1D3D-D652-46C3-97CC-035331B38D40}" presName="tx1" presStyleLbl="revTx" presStyleIdx="0" presStyleCnt="5"/>
      <dgm:spPr/>
    </dgm:pt>
    <dgm:pt modelId="{2167BC8B-EED5-48CB-8666-58A0AC6594A8}" type="pres">
      <dgm:prSet presAssocID="{0DBF1D3D-D652-46C3-97CC-035331B38D40}" presName="vert1" presStyleCnt="0"/>
      <dgm:spPr/>
    </dgm:pt>
    <dgm:pt modelId="{60C07302-9354-4360-B428-D2F273923F17}" type="pres">
      <dgm:prSet presAssocID="{AB4D67EA-B748-4DAC-8E0F-3D434BC9807B}" presName="thickLine" presStyleLbl="alignNode1" presStyleIdx="1" presStyleCnt="5"/>
      <dgm:spPr/>
    </dgm:pt>
    <dgm:pt modelId="{82BABFE2-966A-44C5-8786-35BBB5FA1790}" type="pres">
      <dgm:prSet presAssocID="{AB4D67EA-B748-4DAC-8E0F-3D434BC9807B}" presName="horz1" presStyleCnt="0"/>
      <dgm:spPr/>
    </dgm:pt>
    <dgm:pt modelId="{248DC3D1-4BCB-4E73-80E9-D546ABE7077A}" type="pres">
      <dgm:prSet presAssocID="{AB4D67EA-B748-4DAC-8E0F-3D434BC9807B}" presName="tx1" presStyleLbl="revTx" presStyleIdx="1" presStyleCnt="5"/>
      <dgm:spPr/>
    </dgm:pt>
    <dgm:pt modelId="{1A6BEE38-A544-4924-BE25-EE203DBCDBBB}" type="pres">
      <dgm:prSet presAssocID="{AB4D67EA-B748-4DAC-8E0F-3D434BC9807B}" presName="vert1" presStyleCnt="0"/>
      <dgm:spPr/>
    </dgm:pt>
    <dgm:pt modelId="{A08EA3ED-E375-4809-8FE9-9256BACD1C73}" type="pres">
      <dgm:prSet presAssocID="{BDE06554-178B-4F19-A497-E3250A99F9CC}" presName="thickLine" presStyleLbl="alignNode1" presStyleIdx="2" presStyleCnt="5"/>
      <dgm:spPr/>
    </dgm:pt>
    <dgm:pt modelId="{32CEE270-2F97-42D6-90B3-69FD83B5663D}" type="pres">
      <dgm:prSet presAssocID="{BDE06554-178B-4F19-A497-E3250A99F9CC}" presName="horz1" presStyleCnt="0"/>
      <dgm:spPr/>
    </dgm:pt>
    <dgm:pt modelId="{0A2C1752-BEB4-431F-9CCD-61053175829D}" type="pres">
      <dgm:prSet presAssocID="{BDE06554-178B-4F19-A497-E3250A99F9CC}" presName="tx1" presStyleLbl="revTx" presStyleIdx="2" presStyleCnt="5"/>
      <dgm:spPr/>
    </dgm:pt>
    <dgm:pt modelId="{426FFF08-9D3D-4E67-A7EB-1A96199606A5}" type="pres">
      <dgm:prSet presAssocID="{BDE06554-178B-4F19-A497-E3250A99F9CC}" presName="vert1" presStyleCnt="0"/>
      <dgm:spPr/>
    </dgm:pt>
    <dgm:pt modelId="{A8F009F5-E6C7-472F-9313-1FEEC73CA6C3}" type="pres">
      <dgm:prSet presAssocID="{41D0F5F8-D6D0-4A35-9F84-95474493C3FC}" presName="thickLine" presStyleLbl="alignNode1" presStyleIdx="3" presStyleCnt="5"/>
      <dgm:spPr/>
    </dgm:pt>
    <dgm:pt modelId="{7251C160-4F04-4ABD-929E-F5FB015F2A7C}" type="pres">
      <dgm:prSet presAssocID="{41D0F5F8-D6D0-4A35-9F84-95474493C3FC}" presName="horz1" presStyleCnt="0"/>
      <dgm:spPr/>
    </dgm:pt>
    <dgm:pt modelId="{746BF1DB-A118-4C02-80A5-7E122A91D42E}" type="pres">
      <dgm:prSet presAssocID="{41D0F5F8-D6D0-4A35-9F84-95474493C3FC}" presName="tx1" presStyleLbl="revTx" presStyleIdx="3" presStyleCnt="5"/>
      <dgm:spPr/>
    </dgm:pt>
    <dgm:pt modelId="{66DE988C-E1AC-4EEA-93F3-1C0502E3F4D6}" type="pres">
      <dgm:prSet presAssocID="{41D0F5F8-D6D0-4A35-9F84-95474493C3FC}" presName="vert1" presStyleCnt="0"/>
      <dgm:spPr/>
    </dgm:pt>
    <dgm:pt modelId="{FE80E7F5-94B2-41F6-B0BE-282FE907CC71}" type="pres">
      <dgm:prSet presAssocID="{930A7B8B-52A3-4881-B9A0-DAC3534AF054}" presName="thickLine" presStyleLbl="alignNode1" presStyleIdx="4" presStyleCnt="5"/>
      <dgm:spPr/>
    </dgm:pt>
    <dgm:pt modelId="{884C2ABE-11A6-44C5-B251-1C2988B97F92}" type="pres">
      <dgm:prSet presAssocID="{930A7B8B-52A3-4881-B9A0-DAC3534AF054}" presName="horz1" presStyleCnt="0"/>
      <dgm:spPr/>
    </dgm:pt>
    <dgm:pt modelId="{A9489B68-C950-42E7-8095-3F155CD484FE}" type="pres">
      <dgm:prSet presAssocID="{930A7B8B-52A3-4881-B9A0-DAC3534AF054}" presName="tx1" presStyleLbl="revTx" presStyleIdx="4" presStyleCnt="5"/>
      <dgm:spPr/>
    </dgm:pt>
    <dgm:pt modelId="{4375F453-DFA5-4601-9F5B-7CE036D78A6F}" type="pres">
      <dgm:prSet presAssocID="{930A7B8B-52A3-4881-B9A0-DAC3534AF054}" presName="vert1" presStyleCnt="0"/>
      <dgm:spPr/>
    </dgm:pt>
  </dgm:ptLst>
  <dgm:cxnLst>
    <dgm:cxn modelId="{BCECD50A-E969-4AA5-B3E6-F7BF732AD6E8}" srcId="{59C68E61-FE4E-42C9-BBB3-9661F663835A}" destId="{0DBF1D3D-D652-46C3-97CC-035331B38D40}" srcOrd="0" destOrd="0" parTransId="{8E38ADAE-A1BF-4F60-B8DE-9018C41A5CE2}" sibTransId="{046604C9-F018-4816-823E-87CB45A7FA44}"/>
    <dgm:cxn modelId="{21CAC414-7148-4A06-8747-EFBD1FCBDE88}" type="presOf" srcId="{BDE06554-178B-4F19-A497-E3250A99F9CC}" destId="{0A2C1752-BEB4-431F-9CCD-61053175829D}" srcOrd="0" destOrd="0" presId="urn:microsoft.com/office/officeart/2008/layout/LinedList"/>
    <dgm:cxn modelId="{79AF291B-FC35-4FB3-96A3-B4D75F97A710}" type="presOf" srcId="{59C68E61-FE4E-42C9-BBB3-9661F663835A}" destId="{CBAECFD3-37CC-4956-A92C-C6AA304AFD22}" srcOrd="0" destOrd="0" presId="urn:microsoft.com/office/officeart/2008/layout/LinedList"/>
    <dgm:cxn modelId="{76CFA81C-8E72-4A55-B1ED-8B369DCB8D25}" type="presOf" srcId="{930A7B8B-52A3-4881-B9A0-DAC3534AF054}" destId="{A9489B68-C950-42E7-8095-3F155CD484FE}" srcOrd="0" destOrd="0" presId="urn:microsoft.com/office/officeart/2008/layout/LinedList"/>
    <dgm:cxn modelId="{2FEB601F-149B-411C-8B77-78CCBD2BB1A3}" type="presOf" srcId="{41D0F5F8-D6D0-4A35-9F84-95474493C3FC}" destId="{746BF1DB-A118-4C02-80A5-7E122A91D42E}" srcOrd="0" destOrd="0" presId="urn:microsoft.com/office/officeart/2008/layout/LinedList"/>
    <dgm:cxn modelId="{C1A27E45-2AB3-45FB-9644-9C0CAC41243A}" type="presOf" srcId="{0DBF1D3D-D652-46C3-97CC-035331B38D40}" destId="{40917556-649C-4BFE-87FF-3031AD996975}" srcOrd="0" destOrd="0" presId="urn:microsoft.com/office/officeart/2008/layout/LinedList"/>
    <dgm:cxn modelId="{C8CD096C-AA49-417F-B704-250A184FA0BF}" srcId="{59C68E61-FE4E-42C9-BBB3-9661F663835A}" destId="{AB4D67EA-B748-4DAC-8E0F-3D434BC9807B}" srcOrd="1" destOrd="0" parTransId="{795EABF5-78FC-42B1-83D1-25308033E560}" sibTransId="{85BB194F-7B58-48BD-AC97-F9EF3E2DA0CF}"/>
    <dgm:cxn modelId="{18395450-4C7F-4256-88F6-7EFC372101E7}" type="presOf" srcId="{AB4D67EA-B748-4DAC-8E0F-3D434BC9807B}" destId="{248DC3D1-4BCB-4E73-80E9-D546ABE7077A}" srcOrd="0" destOrd="0" presId="urn:microsoft.com/office/officeart/2008/layout/LinedList"/>
    <dgm:cxn modelId="{1B4A0FB3-300D-4C4A-8688-07DDB14302F9}" srcId="{59C68E61-FE4E-42C9-BBB3-9661F663835A}" destId="{41D0F5F8-D6D0-4A35-9F84-95474493C3FC}" srcOrd="3" destOrd="0" parTransId="{18A7A0DA-91C9-44C4-85DF-98AE3F9AA882}" sibTransId="{9928D242-7E2E-400E-A636-2444F919D5AB}"/>
    <dgm:cxn modelId="{6BC7CDB5-487F-4667-AA70-EB371C9D8591}" srcId="{59C68E61-FE4E-42C9-BBB3-9661F663835A}" destId="{BDE06554-178B-4F19-A497-E3250A99F9CC}" srcOrd="2" destOrd="0" parTransId="{7B96BFEE-11AB-4221-8B5C-2A5095265A01}" sibTransId="{0926A3B9-5BED-4AB5-877A-49695C5FCA8A}"/>
    <dgm:cxn modelId="{D98975E7-3FF7-4D93-B51B-A31EDBD05C98}" srcId="{59C68E61-FE4E-42C9-BBB3-9661F663835A}" destId="{930A7B8B-52A3-4881-B9A0-DAC3534AF054}" srcOrd="4" destOrd="0" parTransId="{4D3B0ACA-FAFA-4530-9B82-88CFD526C63F}" sibTransId="{B66429A0-4FD8-4DAD-B183-D3F0B767C193}"/>
    <dgm:cxn modelId="{85CB1B0C-DD34-467F-A180-F799A25DACE2}" type="presParOf" srcId="{CBAECFD3-37CC-4956-A92C-C6AA304AFD22}" destId="{17D46443-A7AC-4657-A85B-058A005039CF}" srcOrd="0" destOrd="0" presId="urn:microsoft.com/office/officeart/2008/layout/LinedList"/>
    <dgm:cxn modelId="{BD6E5B7E-81A9-4DD7-A053-2C3C834D44CD}" type="presParOf" srcId="{CBAECFD3-37CC-4956-A92C-C6AA304AFD22}" destId="{F2AA40CC-4287-4477-9BE2-919C89B5C2DD}" srcOrd="1" destOrd="0" presId="urn:microsoft.com/office/officeart/2008/layout/LinedList"/>
    <dgm:cxn modelId="{1EFBE57B-4592-4CB1-BC0B-3077D55CF77F}" type="presParOf" srcId="{F2AA40CC-4287-4477-9BE2-919C89B5C2DD}" destId="{40917556-649C-4BFE-87FF-3031AD996975}" srcOrd="0" destOrd="0" presId="urn:microsoft.com/office/officeart/2008/layout/LinedList"/>
    <dgm:cxn modelId="{B3DA0B87-1BA1-4BBC-B375-C5E4C3600302}" type="presParOf" srcId="{F2AA40CC-4287-4477-9BE2-919C89B5C2DD}" destId="{2167BC8B-EED5-48CB-8666-58A0AC6594A8}" srcOrd="1" destOrd="0" presId="urn:microsoft.com/office/officeart/2008/layout/LinedList"/>
    <dgm:cxn modelId="{60012783-B812-4B11-AC69-1F291E74DB58}" type="presParOf" srcId="{CBAECFD3-37CC-4956-A92C-C6AA304AFD22}" destId="{60C07302-9354-4360-B428-D2F273923F17}" srcOrd="2" destOrd="0" presId="urn:microsoft.com/office/officeart/2008/layout/LinedList"/>
    <dgm:cxn modelId="{CAD8A320-A18C-4787-A869-E452E0AF5753}" type="presParOf" srcId="{CBAECFD3-37CC-4956-A92C-C6AA304AFD22}" destId="{82BABFE2-966A-44C5-8786-35BBB5FA1790}" srcOrd="3" destOrd="0" presId="urn:microsoft.com/office/officeart/2008/layout/LinedList"/>
    <dgm:cxn modelId="{FB785D63-B369-4CE7-A87F-9FF1D3DC2326}" type="presParOf" srcId="{82BABFE2-966A-44C5-8786-35BBB5FA1790}" destId="{248DC3D1-4BCB-4E73-80E9-D546ABE7077A}" srcOrd="0" destOrd="0" presId="urn:microsoft.com/office/officeart/2008/layout/LinedList"/>
    <dgm:cxn modelId="{84C2CE03-99A9-433D-BE63-0B5D195A7CF1}" type="presParOf" srcId="{82BABFE2-966A-44C5-8786-35BBB5FA1790}" destId="{1A6BEE38-A544-4924-BE25-EE203DBCDBBB}" srcOrd="1" destOrd="0" presId="urn:microsoft.com/office/officeart/2008/layout/LinedList"/>
    <dgm:cxn modelId="{E37E7443-F29D-4BDB-A2EE-11261F10BC51}" type="presParOf" srcId="{CBAECFD3-37CC-4956-A92C-C6AA304AFD22}" destId="{A08EA3ED-E375-4809-8FE9-9256BACD1C73}" srcOrd="4" destOrd="0" presId="urn:microsoft.com/office/officeart/2008/layout/LinedList"/>
    <dgm:cxn modelId="{31808E92-64C6-45E6-B527-AB9772A62B1F}" type="presParOf" srcId="{CBAECFD3-37CC-4956-A92C-C6AA304AFD22}" destId="{32CEE270-2F97-42D6-90B3-69FD83B5663D}" srcOrd="5" destOrd="0" presId="urn:microsoft.com/office/officeart/2008/layout/LinedList"/>
    <dgm:cxn modelId="{3F64A07A-46E1-44DE-8450-CF0B96716231}" type="presParOf" srcId="{32CEE270-2F97-42D6-90B3-69FD83B5663D}" destId="{0A2C1752-BEB4-431F-9CCD-61053175829D}" srcOrd="0" destOrd="0" presId="urn:microsoft.com/office/officeart/2008/layout/LinedList"/>
    <dgm:cxn modelId="{550B6B4C-ABE0-464E-B532-BD00A69213CC}" type="presParOf" srcId="{32CEE270-2F97-42D6-90B3-69FD83B5663D}" destId="{426FFF08-9D3D-4E67-A7EB-1A96199606A5}" srcOrd="1" destOrd="0" presId="urn:microsoft.com/office/officeart/2008/layout/LinedList"/>
    <dgm:cxn modelId="{CCA5F9EC-A1DE-4D27-89EC-F2B339A5CC8F}" type="presParOf" srcId="{CBAECFD3-37CC-4956-A92C-C6AA304AFD22}" destId="{A8F009F5-E6C7-472F-9313-1FEEC73CA6C3}" srcOrd="6" destOrd="0" presId="urn:microsoft.com/office/officeart/2008/layout/LinedList"/>
    <dgm:cxn modelId="{B8A27492-FB9C-4D7E-B0C1-C3057E9892DD}" type="presParOf" srcId="{CBAECFD3-37CC-4956-A92C-C6AA304AFD22}" destId="{7251C160-4F04-4ABD-929E-F5FB015F2A7C}" srcOrd="7" destOrd="0" presId="urn:microsoft.com/office/officeart/2008/layout/LinedList"/>
    <dgm:cxn modelId="{17177028-52B7-412E-964E-FF01A6C9BE66}" type="presParOf" srcId="{7251C160-4F04-4ABD-929E-F5FB015F2A7C}" destId="{746BF1DB-A118-4C02-80A5-7E122A91D42E}" srcOrd="0" destOrd="0" presId="urn:microsoft.com/office/officeart/2008/layout/LinedList"/>
    <dgm:cxn modelId="{31F42EC8-784D-404D-A6CC-845C39E4CB73}" type="presParOf" srcId="{7251C160-4F04-4ABD-929E-F5FB015F2A7C}" destId="{66DE988C-E1AC-4EEA-93F3-1C0502E3F4D6}" srcOrd="1" destOrd="0" presId="urn:microsoft.com/office/officeart/2008/layout/LinedList"/>
    <dgm:cxn modelId="{2FBC83E5-D0EA-49EA-9BBC-83A2A40CBC51}" type="presParOf" srcId="{CBAECFD3-37CC-4956-A92C-C6AA304AFD22}" destId="{FE80E7F5-94B2-41F6-B0BE-282FE907CC71}" srcOrd="8" destOrd="0" presId="urn:microsoft.com/office/officeart/2008/layout/LinedList"/>
    <dgm:cxn modelId="{50AF6A6F-E2E8-4BE9-9BD1-F1C42FF1E855}" type="presParOf" srcId="{CBAECFD3-37CC-4956-A92C-C6AA304AFD22}" destId="{884C2ABE-11A6-44C5-B251-1C2988B97F92}" srcOrd="9" destOrd="0" presId="urn:microsoft.com/office/officeart/2008/layout/LinedList"/>
    <dgm:cxn modelId="{8643BD1C-1EC9-4FFC-BE59-B2E40452E78A}" type="presParOf" srcId="{884C2ABE-11A6-44C5-B251-1C2988B97F92}" destId="{A9489B68-C950-42E7-8095-3F155CD484FE}" srcOrd="0" destOrd="0" presId="urn:microsoft.com/office/officeart/2008/layout/LinedList"/>
    <dgm:cxn modelId="{D54BF98E-AB66-411E-A7D2-F090043FB8F5}" type="presParOf" srcId="{884C2ABE-11A6-44C5-B251-1C2988B97F92}" destId="{4375F453-DFA5-4601-9F5B-7CE036D78A6F}"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972800" cy="4830763"/>
        <a:chOff x="0" y="0"/>
        <a:chExt cx="10972800" cy="4830763"/>
      </a:xfrm>
    </dsp:grpSpPr>
    <dsp:sp modelId="{17D46443-A7AC-4657-A85B-058A005039CF}">
      <dsp:nvSpPr>
        <dsp:cNvPr id="3" name="Straight Connector 2"/>
        <dsp:cNvSpPr/>
      </dsp:nvSpPr>
      <dsp:spPr bwMode="white">
        <a:xfrm>
          <a:off x="0" y="0"/>
          <a:ext cx="10972800" cy="0"/>
        </a:xfrm>
        <a:prstGeom prst="line">
          <a:avLst/>
        </a:prstGeom>
      </dsp:spPr>
      <dsp:style>
        <a:lnRef idx="2">
          <a:schemeClr val="accent1"/>
        </a:lnRef>
        <a:fillRef idx="1">
          <a:schemeClr val="accent1"/>
        </a:fillRef>
        <a:effectRef idx="0">
          <a:scrgbClr r="0" g="0" b="0"/>
        </a:effectRef>
        <a:fontRef idx="minor">
          <a:schemeClr val="lt1"/>
        </a:fontRef>
      </dsp:style>
      <dsp:txXfrm>
        <a:off x="0" y="0"/>
        <a:ext cx="10972800" cy="0"/>
      </dsp:txXfrm>
    </dsp:sp>
    <dsp:sp modelId="{40917556-649C-4BFE-87FF-3031AD996975}">
      <dsp:nvSpPr>
        <dsp:cNvPr id="4" name="Rectangles 3"/>
        <dsp:cNvSpPr/>
      </dsp:nvSpPr>
      <dsp:spPr bwMode="white">
        <a:xfrm>
          <a:off x="0" y="0"/>
          <a:ext cx="10972800" cy="96615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5250" tIns="95250" rIns="95250" bIns="952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2500" dirty="0">
              <a:solidFill>
                <a:schemeClr val="tx1"/>
              </a:solidFill>
              <a:latin typeface="Calibri" panose="020F0502020204030204" pitchFamily="34" charset="0"/>
              <a:cs typeface="Calibri" panose="020F0502020204030204" pitchFamily="34" charset="0"/>
            </a:rPr>
            <a:t>Client complete affiliation</a:t>
          </a:r>
          <a:endParaRPr>
            <a:solidFill>
              <a:schemeClr val="tx1"/>
            </a:solidFill>
          </a:endParaRPr>
        </a:p>
      </dsp:txBody>
      <dsp:txXfrm>
        <a:off x="0" y="0"/>
        <a:ext cx="10972800" cy="966153"/>
      </dsp:txXfrm>
    </dsp:sp>
    <dsp:sp modelId="{60C07302-9354-4360-B428-D2F273923F17}">
      <dsp:nvSpPr>
        <dsp:cNvPr id="5" name="Straight Connector 4"/>
        <dsp:cNvSpPr/>
      </dsp:nvSpPr>
      <dsp:spPr bwMode="white">
        <a:xfrm>
          <a:off x="0" y="966153"/>
          <a:ext cx="10972800" cy="0"/>
        </a:xfrm>
        <a:prstGeom prst="line">
          <a:avLst/>
        </a:prstGeom>
      </dsp:spPr>
      <dsp:style>
        <a:lnRef idx="2">
          <a:schemeClr val="accent1"/>
        </a:lnRef>
        <a:fillRef idx="1">
          <a:schemeClr val="accent1"/>
        </a:fillRef>
        <a:effectRef idx="0">
          <a:scrgbClr r="0" g="0" b="0"/>
        </a:effectRef>
        <a:fontRef idx="minor">
          <a:schemeClr val="lt1"/>
        </a:fontRef>
      </dsp:style>
      <dsp:txXfrm>
        <a:off x="0" y="966153"/>
        <a:ext cx="10972800" cy="0"/>
      </dsp:txXfrm>
    </dsp:sp>
    <dsp:sp modelId="{248DC3D1-4BCB-4E73-80E9-D546ABE7077A}">
      <dsp:nvSpPr>
        <dsp:cNvPr id="6" name="Rectangles 5"/>
        <dsp:cNvSpPr/>
      </dsp:nvSpPr>
      <dsp:spPr bwMode="white">
        <a:xfrm>
          <a:off x="0" y="966153"/>
          <a:ext cx="10972800" cy="966153"/>
        </a:xfrm>
        <a:prstGeom prst="rect">
          <a:avLst/>
        </a:prstGeom>
      </dsp:spPr>
      <dsp:style>
        <a:lnRef idx="0">
          <a:schemeClr val="dk1">
            <a:alpha val="0"/>
          </a:schemeClr>
        </a:lnRef>
        <a:fillRef idx="0">
          <a:schemeClr val="lt1">
            <a:alpha val="0"/>
          </a:schemeClr>
        </a:fillRef>
        <a:effectRef idx="0">
          <a:scrgbClr r="0" g="0" b="0"/>
        </a:effectRef>
        <a:fontRef idx="minor"/>
      </dsp:style>
      <dsp:txBody>
        <a:bodyPr anchor="t"/>
        <a:lstStyle>
          <a:lvl1pPr algn="l"/>
          <a:lvl2pPr algn="l"/>
          <a:lvl3pPr algn="l"/>
          <a:lvl4pPr algn="l"/>
          <a:lvl5pPr algn="l"/>
          <a:lvl6pPr algn="l"/>
          <a:lvl7pPr algn="l"/>
          <a:lvl8pPr algn="l"/>
          <a:lvl9pPr algn="l"/>
        </a:lstStyle>
        <a:p>
          <a:pPr lvl="0">
            <a:lnSpc>
              <a:spcPct val="100000"/>
            </a:lnSpc>
            <a:spcBef>
              <a:spcPct val="0"/>
            </a:spcBef>
            <a:spcAft>
              <a:spcPct val="35000"/>
            </a:spcAft>
          </a:pPr>
          <a:endParaRPr lang="en-US" sz="2500" dirty="0">
            <a:solidFill>
              <a:schemeClr val="tx1"/>
            </a:solidFill>
            <a:latin typeface="Calibri" panose="020F0502020204030204" pitchFamily="34" charset="0"/>
            <a:cs typeface="Calibri" panose="020F0502020204030204" pitchFamily="34" charset="0"/>
          </a:endParaRPr>
        </a:p>
      </dsp:txBody>
      <dsp:txXfrm>
        <a:off x="0" y="966153"/>
        <a:ext cx="10972800" cy="966153"/>
      </dsp:txXfrm>
    </dsp:sp>
    <dsp:sp modelId="{A08EA3ED-E375-4809-8FE9-9256BACD1C73}">
      <dsp:nvSpPr>
        <dsp:cNvPr id="7" name="Straight Connector 6"/>
        <dsp:cNvSpPr/>
      </dsp:nvSpPr>
      <dsp:spPr bwMode="white">
        <a:xfrm>
          <a:off x="0" y="1932305"/>
          <a:ext cx="10972800" cy="0"/>
        </a:xfrm>
        <a:prstGeom prst="line">
          <a:avLst/>
        </a:prstGeom>
      </dsp:spPr>
      <dsp:style>
        <a:lnRef idx="2">
          <a:schemeClr val="accent1"/>
        </a:lnRef>
        <a:fillRef idx="1">
          <a:schemeClr val="accent1"/>
        </a:fillRef>
        <a:effectRef idx="0">
          <a:scrgbClr r="0" g="0" b="0"/>
        </a:effectRef>
        <a:fontRef idx="minor">
          <a:schemeClr val="lt1"/>
        </a:fontRef>
      </dsp:style>
      <dsp:txXfrm>
        <a:off x="0" y="1932305"/>
        <a:ext cx="10972800" cy="0"/>
      </dsp:txXfrm>
    </dsp:sp>
    <dsp:sp modelId="{0A2C1752-BEB4-431F-9CCD-61053175829D}">
      <dsp:nvSpPr>
        <dsp:cNvPr id="8" name="Rectangles 7"/>
        <dsp:cNvSpPr/>
      </dsp:nvSpPr>
      <dsp:spPr bwMode="white">
        <a:xfrm>
          <a:off x="0" y="1932305"/>
          <a:ext cx="10972800" cy="966153"/>
        </a:xfrm>
        <a:prstGeom prst="rect">
          <a:avLst/>
        </a:prstGeom>
      </dsp:spPr>
      <dsp:style>
        <a:lnRef idx="0">
          <a:schemeClr val="dk1">
            <a:alpha val="0"/>
          </a:schemeClr>
        </a:lnRef>
        <a:fillRef idx="0">
          <a:schemeClr val="lt1">
            <a:alpha val="0"/>
          </a:schemeClr>
        </a:fillRef>
        <a:effectRef idx="0">
          <a:scrgbClr r="0" g="0" b="0"/>
        </a:effectRef>
        <a:fontRef idx="minor"/>
      </dsp:style>
      <dsp:txBody>
        <a:bodyPr anchor="t"/>
        <a:lstStyle>
          <a:lvl1pPr algn="l"/>
          <a:lvl2pPr algn="l"/>
          <a:lvl3pPr algn="l"/>
          <a:lvl4pPr algn="l"/>
          <a:lvl5pPr algn="l"/>
          <a:lvl6pPr algn="l"/>
          <a:lvl7pPr algn="l"/>
          <a:lvl8pPr algn="l"/>
          <a:lvl9pPr algn="l"/>
        </a:lstStyle>
        <a:p>
          <a:pPr lvl="0">
            <a:lnSpc>
              <a:spcPct val="100000"/>
            </a:lnSpc>
            <a:spcBef>
              <a:spcPct val="0"/>
            </a:spcBef>
            <a:spcAft>
              <a:spcPct val="35000"/>
            </a:spcAft>
          </a:pPr>
          <a:endParaRPr lang="en-US" sz="2500" dirty="0">
            <a:solidFill>
              <a:schemeClr val="tx1"/>
            </a:solidFill>
            <a:latin typeface="Calibri" panose="020F0502020204030204" pitchFamily="34" charset="0"/>
            <a:cs typeface="Calibri" panose="020F0502020204030204" pitchFamily="34" charset="0"/>
          </a:endParaRPr>
        </a:p>
      </dsp:txBody>
      <dsp:txXfrm>
        <a:off x="0" y="1932305"/>
        <a:ext cx="10972800" cy="966153"/>
      </dsp:txXfrm>
    </dsp:sp>
    <dsp:sp modelId="{A8F009F5-E6C7-472F-9313-1FEEC73CA6C3}">
      <dsp:nvSpPr>
        <dsp:cNvPr id="9" name="Straight Connector 8"/>
        <dsp:cNvSpPr/>
      </dsp:nvSpPr>
      <dsp:spPr bwMode="white">
        <a:xfrm>
          <a:off x="0" y="2898458"/>
          <a:ext cx="10972800" cy="0"/>
        </a:xfrm>
        <a:prstGeom prst="line">
          <a:avLst/>
        </a:prstGeom>
      </dsp:spPr>
      <dsp:style>
        <a:lnRef idx="2">
          <a:schemeClr val="accent1"/>
        </a:lnRef>
        <a:fillRef idx="1">
          <a:schemeClr val="accent1"/>
        </a:fillRef>
        <a:effectRef idx="0">
          <a:scrgbClr r="0" g="0" b="0"/>
        </a:effectRef>
        <a:fontRef idx="minor">
          <a:schemeClr val="lt1"/>
        </a:fontRef>
      </dsp:style>
      <dsp:txXfrm>
        <a:off x="0" y="2898458"/>
        <a:ext cx="10972800" cy="0"/>
      </dsp:txXfrm>
    </dsp:sp>
    <dsp:sp modelId="{746BF1DB-A118-4C02-80A5-7E122A91D42E}">
      <dsp:nvSpPr>
        <dsp:cNvPr id="10" name="Rectangles 9"/>
        <dsp:cNvSpPr/>
      </dsp:nvSpPr>
      <dsp:spPr bwMode="white">
        <a:xfrm>
          <a:off x="0" y="2898458"/>
          <a:ext cx="10972800" cy="96615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5250" tIns="95250" rIns="95250" bIns="952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2500" dirty="0">
              <a:solidFill>
                <a:schemeClr val="tx1"/>
              </a:solidFill>
              <a:latin typeface="Calibri" panose="020F0502020204030204" pitchFamily="34" charset="0"/>
              <a:cs typeface="Calibri" panose="020F0502020204030204" pitchFamily="34" charset="0"/>
            </a:rPr>
            <a:t>Email:</a:t>
          </a:r>
          <a:endParaRPr>
            <a:solidFill>
              <a:schemeClr val="tx1"/>
            </a:solidFill>
          </a:endParaRPr>
        </a:p>
      </dsp:txBody>
      <dsp:txXfrm>
        <a:off x="0" y="2898458"/>
        <a:ext cx="10972800" cy="966153"/>
      </dsp:txXfrm>
    </dsp:sp>
    <dsp:sp modelId="{FE80E7F5-94B2-41F6-B0BE-282FE907CC71}">
      <dsp:nvSpPr>
        <dsp:cNvPr id="11" name="Straight Connector 10"/>
        <dsp:cNvSpPr/>
      </dsp:nvSpPr>
      <dsp:spPr bwMode="white">
        <a:xfrm>
          <a:off x="0" y="3864610"/>
          <a:ext cx="10972800" cy="0"/>
        </a:xfrm>
        <a:prstGeom prst="line">
          <a:avLst/>
        </a:prstGeom>
      </dsp:spPr>
      <dsp:style>
        <a:lnRef idx="2">
          <a:schemeClr val="accent1"/>
        </a:lnRef>
        <a:fillRef idx="1">
          <a:schemeClr val="accent1"/>
        </a:fillRef>
        <a:effectRef idx="0">
          <a:scrgbClr r="0" g="0" b="0"/>
        </a:effectRef>
        <a:fontRef idx="minor">
          <a:schemeClr val="lt1"/>
        </a:fontRef>
      </dsp:style>
      <dsp:txXfrm>
        <a:off x="0" y="3864610"/>
        <a:ext cx="10972800" cy="0"/>
      </dsp:txXfrm>
    </dsp:sp>
    <dsp:sp modelId="{A9489B68-C950-42E7-8095-3F155CD484FE}">
      <dsp:nvSpPr>
        <dsp:cNvPr id="12" name="Rectangles 11"/>
        <dsp:cNvSpPr/>
      </dsp:nvSpPr>
      <dsp:spPr bwMode="white">
        <a:xfrm>
          <a:off x="0" y="3864610"/>
          <a:ext cx="10972800" cy="96615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5250" tIns="95250" rIns="95250" bIns="952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2500" dirty="0">
              <a:solidFill>
                <a:schemeClr val="tx1"/>
              </a:solidFill>
              <a:latin typeface="Calibri" panose="020F0502020204030204" pitchFamily="34" charset="0"/>
              <a:cs typeface="Calibri" panose="020F0502020204030204" pitchFamily="34" charset="0"/>
            </a:rPr>
            <a:t>LinkedIn:</a:t>
          </a:r>
          <a:endParaRPr>
            <a:solidFill>
              <a:schemeClr val="tx1"/>
            </a:solidFill>
          </a:endParaRPr>
        </a:p>
      </dsp:txBody>
      <dsp:txXfrm>
        <a:off x="0" y="3864610"/>
        <a:ext cx="10972800" cy="96615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FC76006B-1609-407B-B4DF-18FB2F915E3A}" type="datetimeFigureOut">
              <a:rPr lang="en-IN"/>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8E2244FC-7632-47D8-9188-518A72FB3A93}" type="slidenum">
              <a:rPr lang="en-IN"/>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bwMode="auto">
          <a:noFill/>
          <a:ln>
            <a:miter lim="800000"/>
          </a:ln>
        </p:spPr>
        <p:txBody>
          <a:bodyPr/>
          <a:lstStyle/>
          <a:p>
            <a:fld id="{880C3989-F1A1-42BD-84C4-A6C3B045283C}" type="slidenum">
              <a:rPr lang="en-US" altLang="en-US">
                <a:solidFill>
                  <a:srgbClr val="FFFFFF"/>
                </a:solidFill>
                <a:ea typeface="Microsoft YaHei" panose="020B0503020204020204" pitchFamily="34" charset="-122"/>
                <a:cs typeface="Arial" panose="020B0604020202020204" pitchFamily="34" charset="0"/>
              </a:rPr>
            </a:fld>
            <a:endParaRPr lang="en-US" altLang="en-US">
              <a:solidFill>
                <a:srgbClr val="FFFFFF"/>
              </a:solidFill>
              <a:ea typeface="Microsoft YaHei" panose="020B0503020204020204" pitchFamily="34" charset="-122"/>
              <a:cs typeface="Arial" panose="020B0604020202020204" pitchFamily="34" charset="0"/>
            </a:endParaRPr>
          </a:p>
        </p:txBody>
      </p:sp>
      <p:sp>
        <p:nvSpPr>
          <p:cNvPr id="30723" name="Rectangle 2"/>
          <p:cNvSpPr>
            <a:spLocks noGrp="1" noRot="1" noChangeAspect="1" noChangeArrowheads="1" noTextEdit="1"/>
          </p:cNvSpPr>
          <p:nvPr>
            <p:ph type="sldImg"/>
          </p:nvPr>
        </p:nvSpPr>
        <p:spPr bwMode="auto">
          <a:xfrm>
            <a:off x="2830513" y="566738"/>
            <a:ext cx="5037137" cy="2833687"/>
          </a:xfrm>
          <a:noFill/>
          <a:ln>
            <a:solidFill>
              <a:srgbClr val="000000"/>
            </a:solidFill>
            <a:miter lim="800000"/>
          </a:ln>
        </p:spPr>
      </p:sp>
      <p:sp>
        <p:nvSpPr>
          <p:cNvPr id="30724" name="Rectangle 3"/>
          <p:cNvSpPr>
            <a:spLocks noGrp="1" noChangeArrowheads="1"/>
          </p:cNvSpPr>
          <p:nvPr>
            <p:ph type="body" idx="1"/>
          </p:nvPr>
        </p:nvSpPr>
        <p:spPr bwMode="auto">
          <a:xfrm>
            <a:off x="1425575" y="3589338"/>
            <a:ext cx="7842250" cy="3400425"/>
          </a:xfrm>
          <a:noFill/>
        </p:spPr>
        <p:txBody>
          <a:bodyPr wrap="square" numCol="1" anchor="t" anchorCtr="0" compatLnSpc="1"/>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73075" indent="0" algn="ctr">
              <a:buNone/>
              <a:defRPr/>
            </a:lvl2pPr>
            <a:lvl3pPr marL="946150" indent="0" algn="ctr">
              <a:buNone/>
              <a:defRPr/>
            </a:lvl3pPr>
            <a:lvl4pPr marL="1419860" indent="0" algn="ctr">
              <a:buNone/>
              <a:defRPr/>
            </a:lvl4pPr>
            <a:lvl5pPr marL="1892935" indent="0" algn="ctr">
              <a:buNone/>
              <a:defRPr/>
            </a:lvl5pPr>
            <a:lvl6pPr marL="2366010" indent="0" algn="ctr">
              <a:buNone/>
              <a:defRPr/>
            </a:lvl6pPr>
            <a:lvl7pPr marL="2839085" indent="0" algn="ctr">
              <a:buNone/>
              <a:defRPr/>
            </a:lvl7pPr>
            <a:lvl8pPr marL="3312795" indent="0" algn="ctr">
              <a:buNone/>
              <a:defRPr/>
            </a:lvl8pPr>
            <a:lvl9pPr marL="3785870" indent="0" algn="ctr">
              <a:buNone/>
              <a:defRPr/>
            </a:lvl9pPr>
          </a:lstStyle>
          <a:p>
            <a:r>
              <a:rPr lang="en-US"/>
              <a:t>Click to edit Master subtitle style</a:t>
            </a:r>
            <a:endParaRPr lang="en-US"/>
          </a:p>
        </p:txBody>
      </p:sp>
      <p:sp>
        <p:nvSpPr>
          <p:cNvPr id="4" name="Slide Number Placeholder 1"/>
          <p:cNvSpPr>
            <a:spLocks noGrp="1" noChangeArrowheads="1"/>
          </p:cNvSpPr>
          <p:nvPr>
            <p:ph type="sldNum" sz="quarter" idx="10"/>
          </p:nvPr>
        </p:nvSpPr>
        <p:spPr/>
        <p:txBody>
          <a:bodyPr/>
          <a:lstStyle>
            <a:lvl1pPr>
              <a:defRPr/>
            </a:lvl1pPr>
          </a:lstStyle>
          <a:p>
            <a:pPr>
              <a:defRPr/>
            </a:pPr>
            <a:fld id="{C8EB7D1E-6DF6-4752-A710-C2698E234EA9}" type="slidenum">
              <a:rPr lang="en-US" altLang="en-US"/>
            </a:fld>
            <a:endParaRPr lang="en-US"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1pPr>
              <a:defRPr sz="2400"/>
            </a:lvl1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Slide Number Placeholder 1"/>
          <p:cNvSpPr>
            <a:spLocks noGrp="1" noChangeArrowheads="1"/>
          </p:cNvSpPr>
          <p:nvPr>
            <p:ph type="sldNum" sz="quarter" idx="10"/>
          </p:nvPr>
        </p:nvSpPr>
        <p:spPr/>
        <p:txBody>
          <a:bodyPr/>
          <a:lstStyle>
            <a:lvl1pPr>
              <a:defRPr/>
            </a:lvl1pPr>
          </a:lstStyle>
          <a:p>
            <a:pPr>
              <a:defRPr/>
            </a:pPr>
            <a:fld id="{F6F67F06-8C13-4734-9C58-547A6022B2C5}" type="slidenum">
              <a:rPr lang="en-US" altLang="en-US"/>
            </a:fld>
            <a:endParaRPr lang="en-US"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175" b="1" cap="all"/>
            </a:lvl1pPr>
          </a:lstStyle>
          <a:p>
            <a:r>
              <a:rPr lang="en-US"/>
              <a:t>Click to edit Master title style</a:t>
            </a:r>
            <a:endParaRPr lang="en-US"/>
          </a:p>
        </p:txBody>
      </p:sp>
      <p:sp>
        <p:nvSpPr>
          <p:cNvPr id="3" name="Text Placeholder 2"/>
          <p:cNvSpPr>
            <a:spLocks noGrp="1"/>
          </p:cNvSpPr>
          <p:nvPr>
            <p:ph type="body" idx="1"/>
          </p:nvPr>
        </p:nvSpPr>
        <p:spPr>
          <a:xfrm>
            <a:off x="963084" y="2906714"/>
            <a:ext cx="10363200" cy="1500187"/>
          </a:xfrm>
        </p:spPr>
        <p:txBody>
          <a:bodyPr anchor="b"/>
          <a:lstStyle>
            <a:lvl1pPr marL="0" indent="0">
              <a:buNone/>
              <a:defRPr sz="2085"/>
            </a:lvl1pPr>
            <a:lvl2pPr marL="473075" indent="0">
              <a:buNone/>
              <a:defRPr sz="1905"/>
            </a:lvl2pPr>
            <a:lvl3pPr marL="946150" indent="0">
              <a:buNone/>
              <a:defRPr sz="1635"/>
            </a:lvl3pPr>
            <a:lvl4pPr marL="1419860" indent="0">
              <a:buNone/>
              <a:defRPr sz="1450"/>
            </a:lvl4pPr>
            <a:lvl5pPr marL="1892935" indent="0">
              <a:buNone/>
              <a:defRPr sz="1450"/>
            </a:lvl5pPr>
            <a:lvl6pPr marL="2366010" indent="0">
              <a:buNone/>
              <a:defRPr sz="1450"/>
            </a:lvl6pPr>
            <a:lvl7pPr marL="2839085" indent="0">
              <a:buNone/>
              <a:defRPr sz="1450"/>
            </a:lvl7pPr>
            <a:lvl8pPr marL="3312795" indent="0">
              <a:buNone/>
              <a:defRPr sz="1450"/>
            </a:lvl8pPr>
            <a:lvl9pPr marL="3785870" indent="0">
              <a:buNone/>
              <a:defRPr sz="1450"/>
            </a:lvl9pPr>
          </a:lstStyle>
          <a:p>
            <a:pPr lvl="0"/>
            <a:r>
              <a:rPr lang="en-US"/>
              <a:t>Click to edit Master text styles</a:t>
            </a:r>
            <a:endParaRPr lang="en-US"/>
          </a:p>
        </p:txBody>
      </p:sp>
      <p:sp>
        <p:nvSpPr>
          <p:cNvPr id="4" name="Slide Number Placeholder 1"/>
          <p:cNvSpPr>
            <a:spLocks noGrp="1" noChangeArrowheads="1"/>
          </p:cNvSpPr>
          <p:nvPr>
            <p:ph type="sldNum" sz="quarter" idx="10"/>
          </p:nvPr>
        </p:nvSpPr>
        <p:spPr/>
        <p:txBody>
          <a:bodyPr/>
          <a:lstStyle>
            <a:lvl1pPr>
              <a:defRPr/>
            </a:lvl1pPr>
          </a:lstStyle>
          <a:p>
            <a:pPr>
              <a:defRPr/>
            </a:pPr>
            <a:fld id="{C6B8AA0B-A091-4E4F-BAA0-ED98D21E9ECD}" type="slidenum">
              <a:rPr lang="en-US" altLang="en-US"/>
            </a:fld>
            <a:endParaRPr lang="en-US"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295401"/>
            <a:ext cx="5384800" cy="4830763"/>
          </a:xfrm>
        </p:spPr>
        <p:txBody>
          <a:bodyPr/>
          <a:lstStyle>
            <a:lvl1pPr>
              <a:defRPr sz="2905"/>
            </a:lvl1pPr>
            <a:lvl2pPr>
              <a:defRPr sz="2450"/>
            </a:lvl2pPr>
            <a:lvl3pPr>
              <a:defRPr sz="2085"/>
            </a:lvl3pPr>
            <a:lvl4pPr>
              <a:defRPr sz="1905"/>
            </a:lvl4pPr>
            <a:lvl5pPr>
              <a:defRPr sz="1905"/>
            </a:lvl5pPr>
            <a:lvl6pPr>
              <a:defRPr sz="1905"/>
            </a:lvl6pPr>
            <a:lvl7pPr>
              <a:defRPr sz="1905"/>
            </a:lvl7pPr>
            <a:lvl8pPr>
              <a:defRPr sz="1905"/>
            </a:lvl8pPr>
            <a:lvl9pPr>
              <a:defRPr sz="190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295401"/>
            <a:ext cx="5384800" cy="4830763"/>
          </a:xfrm>
        </p:spPr>
        <p:txBody>
          <a:bodyPr/>
          <a:lstStyle>
            <a:lvl1pPr>
              <a:defRPr sz="2905"/>
            </a:lvl1pPr>
            <a:lvl2pPr>
              <a:defRPr sz="2450"/>
            </a:lvl2pPr>
            <a:lvl3pPr>
              <a:defRPr sz="2085"/>
            </a:lvl3pPr>
            <a:lvl4pPr>
              <a:defRPr sz="1905"/>
            </a:lvl4pPr>
            <a:lvl5pPr>
              <a:defRPr sz="1905"/>
            </a:lvl5pPr>
            <a:lvl6pPr>
              <a:defRPr sz="1905"/>
            </a:lvl6pPr>
            <a:lvl7pPr>
              <a:defRPr sz="1905"/>
            </a:lvl7pPr>
            <a:lvl8pPr>
              <a:defRPr sz="1905"/>
            </a:lvl8pPr>
            <a:lvl9pPr>
              <a:defRPr sz="190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1"/>
          <p:cNvSpPr>
            <a:spLocks noGrp="1" noChangeArrowheads="1"/>
          </p:cNvSpPr>
          <p:nvPr>
            <p:ph type="sldNum" sz="quarter" idx="10"/>
          </p:nvPr>
        </p:nvSpPr>
        <p:spPr/>
        <p:txBody>
          <a:bodyPr/>
          <a:lstStyle>
            <a:lvl1pPr>
              <a:defRPr/>
            </a:lvl1pPr>
          </a:lstStyle>
          <a:p>
            <a:pPr>
              <a:defRPr/>
            </a:pPr>
            <a:fld id="{6D985FED-0574-4120-A240-E2935F6A5329}" type="slidenum">
              <a:rPr lang="en-US" altLang="en-US"/>
            </a:fld>
            <a:endParaRPr lang="en-US"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1" y="1535113"/>
            <a:ext cx="5386917" cy="639762"/>
          </a:xfrm>
        </p:spPr>
        <p:txBody>
          <a:bodyPr anchor="b"/>
          <a:lstStyle>
            <a:lvl1pPr marL="0" indent="0">
              <a:buNone/>
              <a:defRPr sz="2450" b="1"/>
            </a:lvl1pPr>
            <a:lvl2pPr marL="473075" indent="0">
              <a:buNone/>
              <a:defRPr sz="2085" b="1"/>
            </a:lvl2pPr>
            <a:lvl3pPr marL="946150" indent="0">
              <a:buNone/>
              <a:defRPr sz="1905" b="1"/>
            </a:lvl3pPr>
            <a:lvl4pPr marL="1419860" indent="0">
              <a:buNone/>
              <a:defRPr sz="1635" b="1"/>
            </a:lvl4pPr>
            <a:lvl5pPr marL="1892935" indent="0">
              <a:buNone/>
              <a:defRPr sz="1635" b="1"/>
            </a:lvl5pPr>
            <a:lvl6pPr marL="2366010" indent="0">
              <a:buNone/>
              <a:defRPr sz="1635" b="1"/>
            </a:lvl6pPr>
            <a:lvl7pPr marL="2839085" indent="0">
              <a:buNone/>
              <a:defRPr sz="1635" b="1"/>
            </a:lvl7pPr>
            <a:lvl8pPr marL="3312795" indent="0">
              <a:buNone/>
              <a:defRPr sz="1635" b="1"/>
            </a:lvl8pPr>
            <a:lvl9pPr marL="3785870" indent="0">
              <a:buNone/>
              <a:defRPr sz="1635" b="1"/>
            </a:lvl9pPr>
          </a:lstStyle>
          <a:p>
            <a:pPr lvl="0"/>
            <a:r>
              <a:rPr lang="en-US"/>
              <a:t>Click to edit Master text styles</a:t>
            </a:r>
            <a:endParaRPr lang="en-US"/>
          </a:p>
        </p:txBody>
      </p:sp>
      <p:sp>
        <p:nvSpPr>
          <p:cNvPr id="4" name="Content Placeholder 3"/>
          <p:cNvSpPr>
            <a:spLocks noGrp="1"/>
          </p:cNvSpPr>
          <p:nvPr>
            <p:ph sz="half" idx="2"/>
          </p:nvPr>
        </p:nvSpPr>
        <p:spPr>
          <a:xfrm>
            <a:off x="609601" y="2174875"/>
            <a:ext cx="5386917" cy="3951288"/>
          </a:xfrm>
        </p:spPr>
        <p:txBody>
          <a:bodyPr/>
          <a:lstStyle>
            <a:lvl1pPr>
              <a:defRPr sz="2450"/>
            </a:lvl1pPr>
            <a:lvl2pPr>
              <a:defRPr sz="2085"/>
            </a:lvl2pPr>
            <a:lvl3pPr>
              <a:defRPr sz="1905"/>
            </a:lvl3pPr>
            <a:lvl4pPr>
              <a:defRPr sz="1635"/>
            </a:lvl4pPr>
            <a:lvl5pPr>
              <a:defRPr sz="1635"/>
            </a:lvl5pPr>
            <a:lvl6pPr>
              <a:defRPr sz="1635"/>
            </a:lvl6pPr>
            <a:lvl7pPr>
              <a:defRPr sz="1635"/>
            </a:lvl7pPr>
            <a:lvl8pPr>
              <a:defRPr sz="1635"/>
            </a:lvl8pPr>
            <a:lvl9pPr>
              <a:defRPr sz="163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50" b="1"/>
            </a:lvl1pPr>
            <a:lvl2pPr marL="473075" indent="0">
              <a:buNone/>
              <a:defRPr sz="2085" b="1"/>
            </a:lvl2pPr>
            <a:lvl3pPr marL="946150" indent="0">
              <a:buNone/>
              <a:defRPr sz="1905" b="1"/>
            </a:lvl3pPr>
            <a:lvl4pPr marL="1419860" indent="0">
              <a:buNone/>
              <a:defRPr sz="1635" b="1"/>
            </a:lvl4pPr>
            <a:lvl5pPr marL="1892935" indent="0">
              <a:buNone/>
              <a:defRPr sz="1635" b="1"/>
            </a:lvl5pPr>
            <a:lvl6pPr marL="2366010" indent="0">
              <a:buNone/>
              <a:defRPr sz="1635" b="1"/>
            </a:lvl6pPr>
            <a:lvl7pPr marL="2839085" indent="0">
              <a:buNone/>
              <a:defRPr sz="1635" b="1"/>
            </a:lvl7pPr>
            <a:lvl8pPr marL="3312795" indent="0">
              <a:buNone/>
              <a:defRPr sz="1635" b="1"/>
            </a:lvl8pPr>
            <a:lvl9pPr marL="3785870" indent="0">
              <a:buNone/>
              <a:defRPr sz="1635"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50"/>
            </a:lvl1pPr>
            <a:lvl2pPr>
              <a:defRPr sz="2085"/>
            </a:lvl2pPr>
            <a:lvl3pPr>
              <a:defRPr sz="1905"/>
            </a:lvl3pPr>
            <a:lvl4pPr>
              <a:defRPr sz="1635"/>
            </a:lvl4pPr>
            <a:lvl5pPr>
              <a:defRPr sz="1635"/>
            </a:lvl5pPr>
            <a:lvl6pPr>
              <a:defRPr sz="1635"/>
            </a:lvl6pPr>
            <a:lvl7pPr>
              <a:defRPr sz="1635"/>
            </a:lvl7pPr>
            <a:lvl8pPr>
              <a:defRPr sz="1635"/>
            </a:lvl8pPr>
            <a:lvl9pPr>
              <a:defRPr sz="163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1"/>
          <p:cNvSpPr>
            <a:spLocks noGrp="1" noChangeArrowheads="1"/>
          </p:cNvSpPr>
          <p:nvPr>
            <p:ph type="sldNum" sz="quarter" idx="10"/>
          </p:nvPr>
        </p:nvSpPr>
        <p:spPr/>
        <p:txBody>
          <a:bodyPr/>
          <a:lstStyle>
            <a:lvl1pPr>
              <a:defRPr/>
            </a:lvl1pPr>
          </a:lstStyle>
          <a:p>
            <a:pPr>
              <a:defRPr/>
            </a:pPr>
            <a:fld id="{F9B00822-6C0F-4025-8441-8D8FC90BB7B0}" type="slidenum">
              <a:rPr lang="en-US" altLang="en-US"/>
            </a:fld>
            <a:endParaRPr lang="en-US"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1"/>
          <p:cNvSpPr>
            <a:spLocks noGrp="1" noChangeArrowheads="1"/>
          </p:cNvSpPr>
          <p:nvPr>
            <p:ph type="sldNum" sz="quarter" idx="10"/>
          </p:nvPr>
        </p:nvSpPr>
        <p:spPr/>
        <p:txBody>
          <a:bodyPr/>
          <a:lstStyle>
            <a:lvl1pPr>
              <a:defRPr/>
            </a:lvl1pPr>
          </a:lstStyle>
          <a:p>
            <a:pPr>
              <a:defRPr/>
            </a:pPr>
            <a:fld id="{7156E37C-1A5F-4EF7-9F92-22A8DF3998CF}" type="slidenum">
              <a:rPr lang="en-US" altLang="en-US"/>
            </a:fld>
            <a:endParaRPr lang="en-US"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noChangeArrowheads="1"/>
          </p:cNvSpPr>
          <p:nvPr>
            <p:ph type="sldNum" sz="quarter" idx="10"/>
          </p:nvPr>
        </p:nvSpPr>
        <p:spPr/>
        <p:txBody>
          <a:bodyPr/>
          <a:lstStyle>
            <a:lvl1pPr>
              <a:defRPr/>
            </a:lvl1pPr>
          </a:lstStyle>
          <a:p>
            <a:pPr>
              <a:defRPr/>
            </a:pPr>
            <a:fld id="{11B9B762-0D60-4608-B2B1-52C0A3250B1D}" type="slidenum">
              <a:rPr lang="en-US" altLang="en-US"/>
            </a:fld>
            <a:endParaRPr lang="en-US"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1"/>
            <a:ext cx="4011084" cy="1162050"/>
          </a:xfrm>
        </p:spPr>
        <p:txBody>
          <a:bodyPr anchor="b"/>
          <a:lstStyle>
            <a:lvl1pPr algn="l">
              <a:defRPr sz="2085"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65"/>
            </a:lvl1pPr>
            <a:lvl2pPr>
              <a:defRPr sz="2905"/>
            </a:lvl2pPr>
            <a:lvl3pPr>
              <a:defRPr sz="2450"/>
            </a:lvl3pPr>
            <a:lvl4pPr>
              <a:defRPr sz="2085"/>
            </a:lvl4pPr>
            <a:lvl5pPr>
              <a:defRPr sz="2085"/>
            </a:lvl5pPr>
            <a:lvl6pPr>
              <a:defRPr sz="2085"/>
            </a:lvl6pPr>
            <a:lvl7pPr>
              <a:defRPr sz="2085"/>
            </a:lvl7pPr>
            <a:lvl8pPr>
              <a:defRPr sz="2085"/>
            </a:lvl8pPr>
            <a:lvl9pPr>
              <a:defRPr sz="208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0"/>
            <a:ext cx="4011084" cy="4691063"/>
          </a:xfrm>
        </p:spPr>
        <p:txBody>
          <a:bodyPr/>
          <a:lstStyle>
            <a:lvl1pPr marL="0" indent="0">
              <a:buNone/>
              <a:defRPr sz="1450"/>
            </a:lvl1pPr>
            <a:lvl2pPr marL="473075" indent="0">
              <a:buNone/>
              <a:defRPr sz="1270"/>
            </a:lvl2pPr>
            <a:lvl3pPr marL="946150" indent="0">
              <a:buNone/>
              <a:defRPr sz="1000"/>
            </a:lvl3pPr>
            <a:lvl4pPr marL="1419860" indent="0">
              <a:buNone/>
              <a:defRPr sz="910"/>
            </a:lvl4pPr>
            <a:lvl5pPr marL="1892935" indent="0">
              <a:buNone/>
              <a:defRPr sz="910"/>
            </a:lvl5pPr>
            <a:lvl6pPr marL="2366010" indent="0">
              <a:buNone/>
              <a:defRPr sz="910"/>
            </a:lvl6pPr>
            <a:lvl7pPr marL="2839085" indent="0">
              <a:buNone/>
              <a:defRPr sz="910"/>
            </a:lvl7pPr>
            <a:lvl8pPr marL="3312795" indent="0">
              <a:buNone/>
              <a:defRPr sz="910"/>
            </a:lvl8pPr>
            <a:lvl9pPr marL="3785870" indent="0">
              <a:buNone/>
              <a:defRPr sz="910"/>
            </a:lvl9pPr>
          </a:lstStyle>
          <a:p>
            <a:pPr lvl="0"/>
            <a:r>
              <a:rPr lang="en-US"/>
              <a:t>Click to edit Master text styles</a:t>
            </a:r>
            <a:endParaRPr lang="en-US"/>
          </a:p>
        </p:txBody>
      </p:sp>
      <p:sp>
        <p:nvSpPr>
          <p:cNvPr id="5" name="Slide Number Placeholder 1"/>
          <p:cNvSpPr>
            <a:spLocks noGrp="1" noChangeArrowheads="1"/>
          </p:cNvSpPr>
          <p:nvPr>
            <p:ph type="sldNum" sz="quarter" idx="10"/>
          </p:nvPr>
        </p:nvSpPr>
        <p:spPr/>
        <p:txBody>
          <a:bodyPr/>
          <a:lstStyle>
            <a:lvl1pPr>
              <a:defRPr/>
            </a:lvl1pPr>
          </a:lstStyle>
          <a:p>
            <a:pPr>
              <a:defRPr/>
            </a:pPr>
            <a:fld id="{173E8CE8-157F-48D1-94BC-EA501134D04D}" type="slidenum">
              <a:rPr lang="en-US" altLang="en-US"/>
            </a:fld>
            <a:endParaRPr lang="en-US"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85"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65"/>
            </a:lvl1pPr>
            <a:lvl2pPr marL="473075" indent="0">
              <a:buNone/>
              <a:defRPr sz="2905"/>
            </a:lvl2pPr>
            <a:lvl3pPr marL="946150" indent="0">
              <a:buNone/>
              <a:defRPr sz="2450"/>
            </a:lvl3pPr>
            <a:lvl4pPr marL="1419860" indent="0">
              <a:buNone/>
              <a:defRPr sz="2085"/>
            </a:lvl4pPr>
            <a:lvl5pPr marL="1892935" indent="0">
              <a:buNone/>
              <a:defRPr sz="2085"/>
            </a:lvl5pPr>
            <a:lvl6pPr marL="2366010" indent="0">
              <a:buNone/>
              <a:defRPr sz="2085"/>
            </a:lvl6pPr>
            <a:lvl7pPr marL="2839085" indent="0">
              <a:buNone/>
              <a:defRPr sz="2085"/>
            </a:lvl7pPr>
            <a:lvl8pPr marL="3312795" indent="0">
              <a:buNone/>
              <a:defRPr sz="2085"/>
            </a:lvl8pPr>
            <a:lvl9pPr marL="3785870" indent="0">
              <a:buNone/>
              <a:defRPr sz="2085"/>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50"/>
            </a:lvl1pPr>
            <a:lvl2pPr marL="473075" indent="0">
              <a:buNone/>
              <a:defRPr sz="1270"/>
            </a:lvl2pPr>
            <a:lvl3pPr marL="946150" indent="0">
              <a:buNone/>
              <a:defRPr sz="1000"/>
            </a:lvl3pPr>
            <a:lvl4pPr marL="1419860" indent="0">
              <a:buNone/>
              <a:defRPr sz="910"/>
            </a:lvl4pPr>
            <a:lvl5pPr marL="1892935" indent="0">
              <a:buNone/>
              <a:defRPr sz="910"/>
            </a:lvl5pPr>
            <a:lvl6pPr marL="2366010" indent="0">
              <a:buNone/>
              <a:defRPr sz="910"/>
            </a:lvl6pPr>
            <a:lvl7pPr marL="2839085" indent="0">
              <a:buNone/>
              <a:defRPr sz="910"/>
            </a:lvl7pPr>
            <a:lvl8pPr marL="3312795" indent="0">
              <a:buNone/>
              <a:defRPr sz="910"/>
            </a:lvl8pPr>
            <a:lvl9pPr marL="3785870" indent="0">
              <a:buNone/>
              <a:defRPr sz="910"/>
            </a:lvl9pPr>
          </a:lstStyle>
          <a:p>
            <a:pPr lvl="0"/>
            <a:r>
              <a:rPr lang="en-US"/>
              <a:t>Click to edit Master text styles</a:t>
            </a:r>
            <a:endParaRPr lang="en-US"/>
          </a:p>
        </p:txBody>
      </p:sp>
      <p:sp>
        <p:nvSpPr>
          <p:cNvPr id="5" name="Slide Number Placeholder 1"/>
          <p:cNvSpPr>
            <a:spLocks noGrp="1" noChangeArrowheads="1"/>
          </p:cNvSpPr>
          <p:nvPr>
            <p:ph type="sldNum" sz="quarter" idx="10"/>
          </p:nvPr>
        </p:nvSpPr>
        <p:spPr/>
        <p:txBody>
          <a:bodyPr/>
          <a:lstStyle>
            <a:lvl1pPr>
              <a:defRPr/>
            </a:lvl1pPr>
          </a:lstStyle>
          <a:p>
            <a:pPr>
              <a:defRPr/>
            </a:pPr>
            <a:fld id="{5357A6A4-0C8F-453E-A564-A575F00AFBF4}" type="slidenum">
              <a:rPr lang="en-US" altLang="en-US"/>
            </a:fld>
            <a:endParaRPr lang="en-US"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1"/>
          <p:cNvSpPr>
            <a:spLocks noGrp="1" noChangeArrowheads="1"/>
          </p:cNvSpPr>
          <p:nvPr>
            <p:ph type="sldNum" sz="quarter" idx="10"/>
          </p:nvPr>
        </p:nvSpPr>
        <p:spPr/>
        <p:txBody>
          <a:bodyPr/>
          <a:lstStyle>
            <a:lvl1pPr>
              <a:defRPr/>
            </a:lvl1pPr>
          </a:lstStyle>
          <a:p>
            <a:pPr>
              <a:defRPr/>
            </a:pPr>
            <a:fld id="{5460BF4A-F59E-4280-A7A6-64CB8CE96F7C}" type="slidenum">
              <a:rPr lang="en-US" altLang="en-US"/>
            </a:fld>
            <a:endParaRPr lang="en-US"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1" y="228601"/>
            <a:ext cx="2768600" cy="5897563"/>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508001" y="228601"/>
            <a:ext cx="8102600" cy="5897563"/>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1"/>
          <p:cNvSpPr>
            <a:spLocks noGrp="1" noChangeArrowheads="1"/>
          </p:cNvSpPr>
          <p:nvPr>
            <p:ph type="sldNum" sz="quarter" idx="10"/>
          </p:nvPr>
        </p:nvSpPr>
        <p:spPr/>
        <p:txBody>
          <a:bodyPr/>
          <a:lstStyle>
            <a:lvl1pPr>
              <a:defRPr/>
            </a:lvl1pPr>
          </a:lstStyle>
          <a:p>
            <a:pPr>
              <a:defRPr/>
            </a:pPr>
            <a:fld id="{A6700381-DB6F-4CC2-BA01-AFC70A81282F}" type="slidenum">
              <a:rPr lang="en-US" altLang="en-US"/>
            </a:fld>
            <a:endParaRPr lang="en-US" alt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06000" y="6013450"/>
            <a:ext cx="22352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8" descr="band"/>
          <p:cNvPicPr>
            <a:picLocks noChangeAspect="1" noChangeArrowheads="1"/>
          </p:cNvPicPr>
          <p:nvPr/>
        </p:nvPicPr>
        <p:blipFill>
          <a:blip r:embed="rId13">
            <a:extLst>
              <a:ext uri="{28A0092B-C50C-407E-A947-70E740481C1C}">
                <a14:useLocalDpi xmlns:a14="http://schemas.microsoft.com/office/drawing/2010/main" val="0"/>
              </a:ext>
            </a:extLst>
          </a:blip>
          <a:srcRect r="26666"/>
          <a:stretch>
            <a:fillRect/>
          </a:stretch>
        </p:blipFill>
        <p:spPr bwMode="auto">
          <a:xfrm>
            <a:off x="0" y="5867400"/>
            <a:ext cx="8940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p:cNvSpPr>
            <a:spLocks noGrp="1" noChangeArrowheads="1"/>
          </p:cNvSpPr>
          <p:nvPr>
            <p:ph type="title"/>
          </p:nvPr>
        </p:nvSpPr>
        <p:spPr bwMode="auto">
          <a:xfrm>
            <a:off x="508000" y="228600"/>
            <a:ext cx="10972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ctr" anchorCtr="0" compatLnSpc="1"/>
          <a:lstStyle/>
          <a:p>
            <a:pPr lvl="0"/>
            <a:r>
              <a:rPr lang="en-US" altLang="en-US"/>
              <a:t>Click to edit Master title style</a:t>
            </a:r>
            <a:endParaRPr lang="en-US" altLang="en-US"/>
          </a:p>
        </p:txBody>
      </p:sp>
      <p:sp>
        <p:nvSpPr>
          <p:cNvPr id="1029" name="Rectangle 3"/>
          <p:cNvSpPr>
            <a:spLocks noGrp="1" noChangeArrowheads="1"/>
          </p:cNvSpPr>
          <p:nvPr>
            <p:ph type="body" idx="1"/>
          </p:nvPr>
        </p:nvSpPr>
        <p:spPr bwMode="auto">
          <a:xfrm>
            <a:off x="609600" y="1295400"/>
            <a:ext cx="109728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3078" name="Slide Number Placeholder 1"/>
          <p:cNvSpPr>
            <a:spLocks noGrp="1" noChangeArrowheads="1"/>
          </p:cNvSpPr>
          <p:nvPr>
            <p:ph type="sldNum" sz="quarter" idx="4"/>
          </p:nvPr>
        </p:nvSpPr>
        <p:spPr bwMode="auto">
          <a:xfrm>
            <a:off x="11344275" y="914400"/>
            <a:ext cx="812800" cy="365125"/>
          </a:xfrm>
          <a:prstGeom prst="rect">
            <a:avLst/>
          </a:prstGeom>
          <a:noFill/>
          <a:ln w="9525">
            <a:noFill/>
            <a:miter lim="800000"/>
          </a:ln>
        </p:spPr>
        <p:txBody>
          <a:bodyPr vert="horz" wrap="square" lIns="104278" tIns="52139" rIns="104278" bIns="52139" numCol="1" anchor="ctr" anchorCtr="0" compatLnSpc="1"/>
          <a:lstStyle>
            <a:lvl1pPr algn="r" eaLnBrk="1" fontAlgn="auto" hangingPunct="1">
              <a:spcBef>
                <a:spcPts val="0"/>
              </a:spcBef>
              <a:spcAft>
                <a:spcPts val="0"/>
              </a:spcAft>
              <a:defRPr sz="1270">
                <a:solidFill>
                  <a:srgbClr val="898989"/>
                </a:solidFill>
                <a:latin typeface="Verdana" panose="020B0604030504040204" pitchFamily="34" charset="0"/>
                <a:ea typeface="+mn-ea"/>
                <a:cs typeface="Arial" panose="020B0604020202020204" pitchFamily="34" charset="0"/>
              </a:defRPr>
            </a:lvl1pPr>
          </a:lstStyle>
          <a:p>
            <a:pPr>
              <a:defRPr/>
            </a:pPr>
            <a:fld id="{BE824012-6F34-4F3D-8476-D88DADBDD4D3}"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sldNum="0" hdr="0" ftr="0" dt="0"/>
  <p:txStyles>
    <p:titleStyle>
      <a:lvl1pPr algn="ctr" rtl="0" eaLnBrk="0" fontAlgn="base" hangingPunct="0">
        <a:spcBef>
          <a:spcPct val="0"/>
        </a:spcBef>
        <a:spcAft>
          <a:spcPct val="0"/>
        </a:spcAft>
        <a:defRPr sz="2900">
          <a:solidFill>
            <a:srgbClr val="1B57B5"/>
          </a:solidFill>
          <a:latin typeface="+mj-lt"/>
          <a:ea typeface="+mj-ea"/>
          <a:cs typeface="MS PGothic" panose="020B0600070205080204" pitchFamily="34" charset="-128"/>
        </a:defRPr>
      </a:lvl1pPr>
      <a:lvl2pPr algn="ctr" rtl="0" eaLnBrk="0" fontAlgn="base" hangingPunct="0">
        <a:spcBef>
          <a:spcPct val="0"/>
        </a:spcBef>
        <a:spcAft>
          <a:spcPct val="0"/>
        </a:spcAft>
        <a:defRPr sz="2900">
          <a:solidFill>
            <a:srgbClr val="1B57B5"/>
          </a:solidFill>
          <a:latin typeface="Verdana" panose="020B060403050404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2900">
          <a:solidFill>
            <a:srgbClr val="1B57B5"/>
          </a:solidFill>
          <a:latin typeface="Verdana" panose="020B060403050404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2900">
          <a:solidFill>
            <a:srgbClr val="1B57B5"/>
          </a:solidFill>
          <a:latin typeface="Verdana" panose="020B060403050404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2900">
          <a:solidFill>
            <a:srgbClr val="1B57B5"/>
          </a:solidFill>
          <a:latin typeface="Verdana" panose="020B0604030504040204" pitchFamily="34" charset="0"/>
          <a:ea typeface="MS PGothic" panose="020B0600070205080204" pitchFamily="34" charset="-128"/>
          <a:cs typeface="MS PGothic" panose="020B0600070205080204" pitchFamily="34" charset="-128"/>
        </a:defRPr>
      </a:lvl5pPr>
      <a:lvl6pPr marL="473075" algn="ctr" rtl="0" eaLnBrk="1" fontAlgn="base" hangingPunct="1">
        <a:spcBef>
          <a:spcPct val="0"/>
        </a:spcBef>
        <a:spcAft>
          <a:spcPct val="0"/>
        </a:spcAft>
        <a:defRPr sz="2905">
          <a:solidFill>
            <a:srgbClr val="1B57B5"/>
          </a:solidFill>
          <a:latin typeface="Verdana" panose="020B0604030504040204" pitchFamily="34" charset="0"/>
          <a:ea typeface="MS PGothic" panose="020B0600070205080204" pitchFamily="34" charset="-128"/>
        </a:defRPr>
      </a:lvl6pPr>
      <a:lvl7pPr marL="946150" algn="ctr" rtl="0" eaLnBrk="1" fontAlgn="base" hangingPunct="1">
        <a:spcBef>
          <a:spcPct val="0"/>
        </a:spcBef>
        <a:spcAft>
          <a:spcPct val="0"/>
        </a:spcAft>
        <a:defRPr sz="2905">
          <a:solidFill>
            <a:srgbClr val="1B57B5"/>
          </a:solidFill>
          <a:latin typeface="Verdana" panose="020B0604030504040204" pitchFamily="34" charset="0"/>
          <a:ea typeface="MS PGothic" panose="020B0600070205080204" pitchFamily="34" charset="-128"/>
        </a:defRPr>
      </a:lvl7pPr>
      <a:lvl8pPr marL="1419860" algn="ctr" rtl="0" eaLnBrk="1" fontAlgn="base" hangingPunct="1">
        <a:spcBef>
          <a:spcPct val="0"/>
        </a:spcBef>
        <a:spcAft>
          <a:spcPct val="0"/>
        </a:spcAft>
        <a:defRPr sz="2905">
          <a:solidFill>
            <a:srgbClr val="1B57B5"/>
          </a:solidFill>
          <a:latin typeface="Verdana" panose="020B0604030504040204" pitchFamily="34" charset="0"/>
          <a:ea typeface="MS PGothic" panose="020B0600070205080204" pitchFamily="34" charset="-128"/>
        </a:defRPr>
      </a:lvl8pPr>
      <a:lvl9pPr marL="1892935" algn="ctr" rtl="0" eaLnBrk="1" fontAlgn="base" hangingPunct="1">
        <a:spcBef>
          <a:spcPct val="0"/>
        </a:spcBef>
        <a:spcAft>
          <a:spcPct val="0"/>
        </a:spcAft>
        <a:defRPr sz="2905">
          <a:solidFill>
            <a:srgbClr val="1B57B5"/>
          </a:solidFill>
          <a:latin typeface="Verdana" panose="020B0604030504040204" pitchFamily="34" charset="0"/>
          <a:ea typeface="MS PGothic" panose="020B0600070205080204" pitchFamily="34" charset="-128"/>
        </a:defRPr>
      </a:lvl9pPr>
    </p:titleStyle>
    <p:bodyStyle>
      <a:lvl1pPr marL="354330" indent="-354330" algn="l" rtl="0" eaLnBrk="0" fontAlgn="base" hangingPunct="0">
        <a:lnSpc>
          <a:spcPct val="140000"/>
        </a:lnSpc>
        <a:spcBef>
          <a:spcPct val="20000"/>
        </a:spcBef>
        <a:spcAft>
          <a:spcPct val="0"/>
        </a:spcAft>
        <a:buClr>
          <a:schemeClr val="accent2"/>
        </a:buClr>
        <a:buFont typeface="Wingdings" panose="05000000000000000000" pitchFamily="2" charset="2"/>
        <a:buChar char="§"/>
        <a:defRPr sz="3200">
          <a:solidFill>
            <a:schemeClr val="tx1"/>
          </a:solidFill>
          <a:latin typeface="+mn-lt"/>
          <a:ea typeface="+mn-ea"/>
          <a:cs typeface="MS PGothic" panose="020B0600070205080204" pitchFamily="34" charset="-128"/>
        </a:defRPr>
      </a:lvl1pPr>
      <a:lvl2pPr marL="767080" indent="-295275" algn="l" rtl="0" eaLnBrk="0" fontAlgn="base" hangingPunct="0">
        <a:lnSpc>
          <a:spcPct val="140000"/>
        </a:lnSpc>
        <a:spcBef>
          <a:spcPct val="20000"/>
        </a:spcBef>
        <a:spcAft>
          <a:spcPct val="0"/>
        </a:spcAft>
        <a:buClr>
          <a:schemeClr val="accent2"/>
        </a:buClr>
        <a:buFont typeface="Wingdings" panose="05000000000000000000" pitchFamily="2" charset="2"/>
        <a:buChar char="§"/>
        <a:defRPr sz="2500">
          <a:solidFill>
            <a:schemeClr val="tx1"/>
          </a:solidFill>
          <a:latin typeface="+mn-lt"/>
          <a:ea typeface="+mn-ea"/>
          <a:cs typeface="MS PGothic" panose="020B0600070205080204" pitchFamily="34" charset="-128"/>
        </a:defRPr>
      </a:lvl2pPr>
      <a:lvl3pPr marL="1183005"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2100">
          <a:solidFill>
            <a:schemeClr val="tx1"/>
          </a:solidFill>
          <a:latin typeface="+mn-lt"/>
          <a:ea typeface="+mn-ea"/>
          <a:cs typeface="MS PGothic" panose="020B0600070205080204" pitchFamily="34" charset="-128"/>
        </a:defRPr>
      </a:lvl3pPr>
      <a:lvl4pPr marL="1654175"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panose="020B0600070205080204" pitchFamily="34" charset="-128"/>
        </a:defRPr>
      </a:lvl4pPr>
      <a:lvl5pPr marL="2127250"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panose="020B0600070205080204" pitchFamily="34" charset="-128"/>
        </a:defRPr>
      </a:lvl5pPr>
      <a:lvl6pPr marL="2602865" indent="-236855" algn="l" rtl="0" eaLnBrk="1" fontAlgn="base" hangingPunct="1">
        <a:lnSpc>
          <a:spcPct val="140000"/>
        </a:lnSpc>
        <a:spcBef>
          <a:spcPct val="20000"/>
        </a:spcBef>
        <a:spcAft>
          <a:spcPct val="0"/>
        </a:spcAft>
        <a:buClr>
          <a:schemeClr val="accent2"/>
        </a:buClr>
        <a:buFont typeface="Wingdings" panose="05000000000000000000" pitchFamily="2" charset="2"/>
        <a:buChar char="§"/>
        <a:defRPr sz="1450">
          <a:solidFill>
            <a:schemeClr val="tx1"/>
          </a:solidFill>
          <a:latin typeface="+mn-lt"/>
          <a:ea typeface="+mn-ea"/>
        </a:defRPr>
      </a:lvl6pPr>
      <a:lvl7pPr marL="3075940" indent="-236855" algn="l" rtl="0" eaLnBrk="1" fontAlgn="base" hangingPunct="1">
        <a:lnSpc>
          <a:spcPct val="140000"/>
        </a:lnSpc>
        <a:spcBef>
          <a:spcPct val="20000"/>
        </a:spcBef>
        <a:spcAft>
          <a:spcPct val="0"/>
        </a:spcAft>
        <a:buClr>
          <a:schemeClr val="accent2"/>
        </a:buClr>
        <a:buFont typeface="Wingdings" panose="05000000000000000000" pitchFamily="2" charset="2"/>
        <a:buChar char="§"/>
        <a:defRPr sz="1450">
          <a:solidFill>
            <a:schemeClr val="tx1"/>
          </a:solidFill>
          <a:latin typeface="+mn-lt"/>
          <a:ea typeface="+mn-ea"/>
        </a:defRPr>
      </a:lvl7pPr>
      <a:lvl8pPr marL="3549015" indent="-236855" algn="l" rtl="0" eaLnBrk="1" fontAlgn="base" hangingPunct="1">
        <a:lnSpc>
          <a:spcPct val="140000"/>
        </a:lnSpc>
        <a:spcBef>
          <a:spcPct val="20000"/>
        </a:spcBef>
        <a:spcAft>
          <a:spcPct val="0"/>
        </a:spcAft>
        <a:buClr>
          <a:schemeClr val="accent2"/>
        </a:buClr>
        <a:buFont typeface="Wingdings" panose="05000000000000000000" pitchFamily="2" charset="2"/>
        <a:buChar char="§"/>
        <a:defRPr sz="1450">
          <a:solidFill>
            <a:schemeClr val="tx1"/>
          </a:solidFill>
          <a:latin typeface="+mn-lt"/>
          <a:ea typeface="+mn-ea"/>
        </a:defRPr>
      </a:lvl8pPr>
      <a:lvl9pPr marL="4022090" indent="-236855" algn="l" rtl="0" eaLnBrk="1" fontAlgn="base" hangingPunct="1">
        <a:lnSpc>
          <a:spcPct val="140000"/>
        </a:lnSpc>
        <a:spcBef>
          <a:spcPct val="20000"/>
        </a:spcBef>
        <a:spcAft>
          <a:spcPct val="0"/>
        </a:spcAft>
        <a:buClr>
          <a:schemeClr val="accent2"/>
        </a:buClr>
        <a:buFont typeface="Wingdings" panose="05000000000000000000" pitchFamily="2" charset="2"/>
        <a:buChar char="§"/>
        <a:defRPr sz="1450">
          <a:solidFill>
            <a:schemeClr val="tx1"/>
          </a:solidFill>
          <a:latin typeface="+mn-lt"/>
          <a:ea typeface="+mn-ea"/>
        </a:defRPr>
      </a:lvl9pPr>
    </p:bodyStyle>
    <p:otherStyle>
      <a:defPPr>
        <a:defRPr lang="en-US"/>
      </a:defPPr>
      <a:lvl1pPr marL="0" algn="l" defTabSz="946150" rtl="0" eaLnBrk="1" latinLnBrk="0" hangingPunct="1">
        <a:defRPr sz="1905" kern="1200">
          <a:solidFill>
            <a:schemeClr val="tx1"/>
          </a:solidFill>
          <a:latin typeface="+mn-lt"/>
          <a:ea typeface="+mn-ea"/>
          <a:cs typeface="+mn-cs"/>
        </a:defRPr>
      </a:lvl1pPr>
      <a:lvl2pPr marL="473075" algn="l" defTabSz="946150" rtl="0" eaLnBrk="1" latinLnBrk="0" hangingPunct="1">
        <a:defRPr sz="1905" kern="1200">
          <a:solidFill>
            <a:schemeClr val="tx1"/>
          </a:solidFill>
          <a:latin typeface="+mn-lt"/>
          <a:ea typeface="+mn-ea"/>
          <a:cs typeface="+mn-cs"/>
        </a:defRPr>
      </a:lvl2pPr>
      <a:lvl3pPr marL="946150" algn="l" defTabSz="946150" rtl="0" eaLnBrk="1" latinLnBrk="0" hangingPunct="1">
        <a:defRPr sz="1905" kern="1200">
          <a:solidFill>
            <a:schemeClr val="tx1"/>
          </a:solidFill>
          <a:latin typeface="+mn-lt"/>
          <a:ea typeface="+mn-ea"/>
          <a:cs typeface="+mn-cs"/>
        </a:defRPr>
      </a:lvl3pPr>
      <a:lvl4pPr marL="1419860" algn="l" defTabSz="946150" rtl="0" eaLnBrk="1" latinLnBrk="0" hangingPunct="1">
        <a:defRPr sz="1905" kern="1200">
          <a:solidFill>
            <a:schemeClr val="tx1"/>
          </a:solidFill>
          <a:latin typeface="+mn-lt"/>
          <a:ea typeface="+mn-ea"/>
          <a:cs typeface="+mn-cs"/>
        </a:defRPr>
      </a:lvl4pPr>
      <a:lvl5pPr marL="1892935" algn="l" defTabSz="946150" rtl="0" eaLnBrk="1" latinLnBrk="0" hangingPunct="1">
        <a:defRPr sz="1905" kern="1200">
          <a:solidFill>
            <a:schemeClr val="tx1"/>
          </a:solidFill>
          <a:latin typeface="+mn-lt"/>
          <a:ea typeface="+mn-ea"/>
          <a:cs typeface="+mn-cs"/>
        </a:defRPr>
      </a:lvl5pPr>
      <a:lvl6pPr marL="2366010" algn="l" defTabSz="946150" rtl="0" eaLnBrk="1" latinLnBrk="0" hangingPunct="1">
        <a:defRPr sz="1905" kern="1200">
          <a:solidFill>
            <a:schemeClr val="tx1"/>
          </a:solidFill>
          <a:latin typeface="+mn-lt"/>
          <a:ea typeface="+mn-ea"/>
          <a:cs typeface="+mn-cs"/>
        </a:defRPr>
      </a:lvl6pPr>
      <a:lvl7pPr marL="2839085" algn="l" defTabSz="946150" rtl="0" eaLnBrk="1" latinLnBrk="0" hangingPunct="1">
        <a:defRPr sz="1905" kern="1200">
          <a:solidFill>
            <a:schemeClr val="tx1"/>
          </a:solidFill>
          <a:latin typeface="+mn-lt"/>
          <a:ea typeface="+mn-ea"/>
          <a:cs typeface="+mn-cs"/>
        </a:defRPr>
      </a:lvl7pPr>
      <a:lvl8pPr marL="3312795" algn="l" defTabSz="946150" rtl="0" eaLnBrk="1" latinLnBrk="0" hangingPunct="1">
        <a:defRPr sz="1905" kern="1200">
          <a:solidFill>
            <a:schemeClr val="tx1"/>
          </a:solidFill>
          <a:latin typeface="+mn-lt"/>
          <a:ea typeface="+mn-ea"/>
          <a:cs typeface="+mn-cs"/>
        </a:defRPr>
      </a:lvl8pPr>
      <a:lvl9pPr marL="3785870" algn="l" defTabSz="946150"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963084" y="4406901"/>
            <a:ext cx="10363200" cy="1362075"/>
          </a:xfrm>
        </p:spPr>
        <p:txBody>
          <a:bodyPr vert="horz" wrap="square" lIns="104278" tIns="52139" rIns="104278" bIns="52139" numCol="1" anchor="t" anchorCtr="0" compatLnSpc="1">
            <a:normAutofit/>
          </a:bodyPr>
          <a:lstStyle/>
          <a:p>
            <a:pPr>
              <a:defRPr/>
            </a:pPr>
            <a:r>
              <a:rPr lang="en-US" altLang="en-US" sz="2900" dirty="0"/>
              <a:t>Project PRESENTATION</a:t>
            </a:r>
            <a:endParaRPr lang="en-US" altLang="en-US" sz="2900" dirty="0"/>
          </a:p>
        </p:txBody>
      </p:sp>
      <p:sp>
        <p:nvSpPr>
          <p:cNvPr id="2" name="Rectangle 2"/>
          <p:cNvSpPr txBox="1">
            <a:spLocks noChangeArrowheads="1"/>
          </p:cNvSpPr>
          <p:nvPr/>
        </p:nvSpPr>
        <p:spPr bwMode="auto">
          <a:xfrm>
            <a:off x="963084" y="2906714"/>
            <a:ext cx="10363200" cy="1500187"/>
          </a:xfrm>
          <a:prstGeom prst="rect">
            <a:avLst/>
          </a:prstGeom>
          <a:noFill/>
          <a:ln>
            <a:noFill/>
          </a:ln>
        </p:spPr>
        <p:txBody>
          <a:bodyPr vert="horz" wrap="square" lIns="104278" tIns="52139" rIns="104278" bIns="52139" numCol="1" anchor="b" anchorCtr="0" compatLnSpc="1">
            <a:normAutofit/>
          </a:bodyPr>
          <a:lstStyle/>
          <a:p>
            <a:pPr algn="l"/>
            <a:r>
              <a:rPr lang="en-IN" sz="2400" b="1" i="0" dirty="0">
                <a:solidFill>
                  <a:srgbClr val="1D2125"/>
                </a:solidFill>
                <a:effectLst/>
                <a:latin typeface="-apple-system"/>
              </a:rPr>
              <a:t>UIT3218 Software Development Project</a:t>
            </a:r>
            <a:endParaRPr lang="en-IN" sz="2400" b="1" i="0" dirty="0">
              <a:solidFill>
                <a:srgbClr val="1D2125"/>
              </a:solidFill>
              <a:effectLst/>
              <a:latin typeface="-apple-system"/>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135" y="1756410"/>
            <a:ext cx="11047730" cy="2148205"/>
          </a:xfrm>
        </p:spPr>
        <p:txBody>
          <a:bodyPr/>
          <a:lstStyle/>
          <a:p>
            <a:pPr>
              <a:lnSpc>
                <a:spcPts val="3480"/>
              </a:lnSpc>
            </a:pPr>
            <a:r>
              <a:rPr lang="en-IN" b="1" cap="all" dirty="0"/>
              <a:t>HOTEL TABLE RESERVATION SYSTEM</a:t>
            </a:r>
            <a:br>
              <a:rPr lang="en-IN" sz="4000" b="1" dirty="0">
                <a:solidFill>
                  <a:srgbClr val="0033CC"/>
                </a:solidFill>
                <a:latin typeface="Calibri" panose="020F0502020204030204" pitchFamily="34" charset="0"/>
                <a:cs typeface="Calibri" panose="020F0502020204030204" pitchFamily="34" charset="0"/>
              </a:rPr>
            </a:br>
            <a:r>
              <a:rPr lang="en-IN" sz="2500" b="1" dirty="0">
                <a:solidFill>
                  <a:schemeClr val="tx1"/>
                </a:solidFill>
                <a:latin typeface="Calibri" panose="020F0502020204030204" pitchFamily="34" charset="0"/>
                <a:cs typeface="Calibri" panose="020F0502020204030204" pitchFamily="34" charset="0"/>
              </a:rPr>
              <a:t>A project by Byte Me</a:t>
            </a:r>
            <a:endParaRPr lang="en-IN" sz="2500" b="1" i="1" dirty="0">
              <a:solidFill>
                <a:schemeClr val="tx1"/>
              </a:solidFill>
              <a:latin typeface="Calibri" panose="020F0502020204030204" pitchFamily="34" charset="0"/>
              <a:cs typeface="Calibri" panose="020F050202020403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89707"/>
            <a:ext cx="10972800" cy="685800"/>
          </a:xfrm>
        </p:spPr>
        <p:txBody>
          <a:bodyPr wrap="square" anchor="ctr">
            <a:noAutofit/>
          </a:bodyPr>
          <a:lstStyle/>
          <a:p>
            <a:r>
              <a:rPr lang="en-US" sz="3200" b="1" dirty="0">
                <a:solidFill>
                  <a:srgbClr val="0000FF"/>
                </a:solidFill>
                <a:latin typeface="Calibri" panose="020F0502020204030204" pitchFamily="34" charset="0"/>
                <a:cs typeface="Calibri" panose="020F0502020204030204" pitchFamily="34" charset="0"/>
              </a:rPr>
              <a:t>TEAM MEMBERS</a:t>
            </a:r>
            <a:endParaRPr lang="en-IN" sz="3200" b="1" dirty="0">
              <a:solidFill>
                <a:srgbClr val="0000FF"/>
              </a:solidFill>
              <a:latin typeface="Calibri" panose="020F0502020204030204" pitchFamily="34" charset="0"/>
              <a:cs typeface="Calibri" panose="020F0502020204030204" pitchFamily="34" charset="0"/>
            </a:endParaRPr>
          </a:p>
        </p:txBody>
      </p:sp>
      <p:sp>
        <p:nvSpPr>
          <p:cNvPr id="4" name="Content Placeholder 3"/>
          <p:cNvSpPr>
            <a:spLocks noGrp="1"/>
          </p:cNvSpPr>
          <p:nvPr>
            <p:ph idx="1"/>
          </p:nvPr>
        </p:nvSpPr>
        <p:spPr>
          <a:xfrm>
            <a:off x="2312670" y="1741170"/>
            <a:ext cx="7567295" cy="3148330"/>
          </a:xfrm>
        </p:spPr>
        <p:txBody>
          <a:bodyPr/>
          <a:lstStyle/>
          <a:p>
            <a:r>
              <a:rPr lang="en-IN" sz="2800" b="1" dirty="0">
                <a:latin typeface="Calibri" panose="020F0502020204030204" pitchFamily="34" charset="0"/>
                <a:cs typeface="Calibri" panose="020F0502020204030204" pitchFamily="34" charset="0"/>
                <a:sym typeface="+mn-ea"/>
              </a:rPr>
              <a:t>Sahana S - 3122255002104</a:t>
            </a:r>
            <a:endParaRPr lang="en-IN" sz="2800" b="1" dirty="0">
              <a:latin typeface="Calibri" panose="020F0502020204030204" pitchFamily="34" charset="0"/>
              <a:cs typeface="Calibri" panose="020F0502020204030204" pitchFamily="34" charset="0"/>
              <a:sym typeface="+mn-ea"/>
            </a:endParaRPr>
          </a:p>
          <a:p>
            <a:r>
              <a:rPr lang="en-IN" sz="2800" b="1" dirty="0">
                <a:latin typeface="Calibri" panose="020F0502020204030204" pitchFamily="34" charset="0"/>
                <a:cs typeface="Calibri" panose="020F0502020204030204" pitchFamily="34" charset="0"/>
                <a:sym typeface="+mn-ea"/>
              </a:rPr>
              <a:t>Saketh Ram Srinivasan - 3122255002105</a:t>
            </a:r>
            <a:endParaRPr lang="en-IN" sz="2800" b="1" dirty="0">
              <a:latin typeface="Calibri" panose="020F0502020204030204" pitchFamily="34" charset="0"/>
              <a:cs typeface="Calibri" panose="020F0502020204030204" pitchFamily="34" charset="0"/>
              <a:sym typeface="+mn-ea"/>
            </a:endParaRPr>
          </a:p>
          <a:p>
            <a:r>
              <a:rPr lang="en-IN" sz="2800" b="1" dirty="0">
                <a:latin typeface="Calibri" panose="020F0502020204030204" pitchFamily="34" charset="0"/>
                <a:cs typeface="Calibri" panose="020F0502020204030204" pitchFamily="34" charset="0"/>
                <a:sym typeface="+mn-ea"/>
              </a:rPr>
              <a:t>Sakthi V - 3122255002106</a:t>
            </a:r>
            <a:endParaRPr lang="en-IN" sz="2800" b="1" dirty="0">
              <a:latin typeface="Calibri" panose="020F0502020204030204" pitchFamily="34" charset="0"/>
              <a:cs typeface="Calibri" panose="020F0502020204030204" pitchFamily="34" charset="0"/>
              <a:sym typeface="+mn-ea"/>
            </a:endParaRPr>
          </a:p>
          <a:p>
            <a:r>
              <a:rPr lang="en-IN" sz="2800" b="1" dirty="0">
                <a:latin typeface="Calibri" panose="020F0502020204030204" pitchFamily="34" charset="0"/>
                <a:cs typeface="Calibri" panose="020F0502020204030204" pitchFamily="34" charset="0"/>
                <a:sym typeface="+mn-ea"/>
              </a:rPr>
              <a:t>Sanjay S - 3122255002107</a:t>
            </a:r>
            <a:endParaRPr lang="en-IN" sz="2800" b="1" i="1" dirty="0">
              <a:solidFill>
                <a:schemeClr val="tx1"/>
              </a:solidFill>
              <a:latin typeface="Calibri" panose="020F0502020204030204" pitchFamily="34" charset="0"/>
              <a:cs typeface="Calibri" panose="020F0502020204030204" pitchFamily="34" charset="0"/>
            </a:endParaRPr>
          </a:p>
          <a:p>
            <a:pPr marL="0" indent="0">
              <a:buNone/>
            </a:pPr>
            <a:endParaRPr lang="en-IN" sz="2800" dirty="0">
              <a:latin typeface="Calibri" panose="020F0502020204030204" pitchFamily="34" charset="0"/>
              <a:cs typeface="Calibri" panose="020F0502020204030204" pitchFamily="34"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67259"/>
            <a:ext cx="10972800" cy="685800"/>
          </a:xfrm>
        </p:spPr>
        <p:txBody>
          <a:bodyPr/>
          <a:lstStyle/>
          <a:p>
            <a:r>
              <a:rPr lang="en-IN" sz="3200" b="1" dirty="0">
                <a:solidFill>
                  <a:srgbClr val="0000FF"/>
                </a:solidFill>
                <a:latin typeface="Calibri" panose="020F0502020204030204" pitchFamily="34" charset="0"/>
                <a:cs typeface="Calibri" panose="020F0502020204030204" pitchFamily="34" charset="0"/>
              </a:rPr>
              <a:t>PROBLEM STATEMENT</a:t>
            </a:r>
            <a:endParaRPr lang="en-IN" sz="3200" b="1" dirty="0">
              <a:solidFill>
                <a:srgbClr val="0000FF"/>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1412875"/>
            <a:ext cx="10972800" cy="4189095"/>
          </a:xfrm>
        </p:spPr>
        <p:txBody>
          <a:bodyPr/>
          <a:lstStyle/>
          <a:p>
            <a:pPr algn="just"/>
            <a:r>
              <a:rPr lang="en-US" altLang="en-US" sz="2200" dirty="0">
                <a:latin typeface="+mj-lt"/>
                <a:cs typeface="Calibri" panose="020F0502020204030204" pitchFamily="34" charset="0"/>
              </a:rPr>
              <a:t>Customers visiting restaurants or hotels often experience long waiting times due to unavailability of tables or poor table management. Manual reservation systems make it difficult for customers to know table availability in advance. Additionally, hotel staff face challenges in tracking occupied and available tables efficiently.</a:t>
            </a:r>
            <a:endParaRPr lang="en-US" altLang="en-US" sz="2200" dirty="0">
              <a:latin typeface="+mj-lt"/>
              <a:cs typeface="Calibri" panose="020F0502020204030204" pitchFamily="34" charset="0"/>
            </a:endParaRPr>
          </a:p>
          <a:p>
            <a:pPr algn="just"/>
            <a:r>
              <a:rPr lang="en-US" altLang="en-US" sz="2200" dirty="0">
                <a:latin typeface="+mj-lt"/>
                <a:cs typeface="Calibri" panose="020F0502020204030204" pitchFamily="34" charset="0"/>
              </a:rPr>
              <a:t>Therefore, there is a need for a digital table reservation system that allows customers to check table availability and reserve tables based on seating requirements.</a:t>
            </a:r>
            <a:endParaRPr lang="en-US" altLang="en-US" sz="2200" dirty="0">
              <a:latin typeface="+mj-lt"/>
              <a:cs typeface="Calibri" panose="020F0502020204030204" pitchFamily="34"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7380"/>
            <a:ext cx="10972800" cy="685800"/>
          </a:xfrm>
        </p:spPr>
        <p:txBody>
          <a:bodyPr/>
          <a:lstStyle/>
          <a:p>
            <a:r>
              <a:rPr lang="en-US" sz="3200" b="1" dirty="0">
                <a:solidFill>
                  <a:srgbClr val="0000FF"/>
                </a:solidFill>
                <a:latin typeface="Calibri" panose="020F0502020204030204" pitchFamily="34" charset="0"/>
                <a:cs typeface="Calibri" panose="020F0502020204030204" pitchFamily="34" charset="0"/>
              </a:rPr>
              <a:t>OBJECTIVE</a:t>
            </a:r>
            <a:endParaRPr lang="en-IN" sz="3200" b="1" dirty="0">
              <a:solidFill>
                <a:srgbClr val="0000FF"/>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04570" y="1621790"/>
            <a:ext cx="10182225" cy="3303270"/>
          </a:xfrm>
        </p:spPr>
        <p:txBody>
          <a:bodyPr/>
          <a:lstStyle/>
          <a:p>
            <a:pPr>
              <a:lnSpc>
                <a:spcPct val="107000"/>
              </a:lnSpc>
              <a:spcAft>
                <a:spcPts val="800"/>
              </a:spcAft>
            </a:pPr>
            <a:r>
              <a:rPr lang="en-US" altLang="en-US" sz="2500" dirty="0">
                <a:effectLst/>
                <a:latin typeface="+mj-lt"/>
                <a:ea typeface="Calibri" panose="020F0502020204030204" pitchFamily="34" charset="0"/>
                <a:cs typeface="Calibri" panose="020F0502020204030204" pitchFamily="34" charset="0"/>
              </a:rPr>
              <a:t>The objective of this project is to design and develop a Hotel Table Reservation System that helps customers reserve tables in advance and helps hotel staff manage tables efficiently.</a:t>
            </a:r>
            <a:endParaRPr lang="en-US" altLang="en-US" sz="2500" dirty="0">
              <a:effectLst/>
              <a:latin typeface="+mj-lt"/>
              <a:ea typeface="Calibri" panose="020F0502020204030204" pitchFamily="34" charset="0"/>
              <a:cs typeface="Calibri" panose="020F0502020204030204" pitchFamily="34" charset="0"/>
            </a:endParaRPr>
          </a:p>
          <a:p>
            <a:pPr>
              <a:lnSpc>
                <a:spcPct val="107000"/>
              </a:lnSpc>
              <a:spcAft>
                <a:spcPts val="800"/>
              </a:spcAft>
            </a:pPr>
            <a:r>
              <a:rPr lang="en-US" altLang="en-US" sz="2500" dirty="0">
                <a:latin typeface="+mj-lt"/>
                <a:cs typeface="Calibri" panose="020F0502020204030204" pitchFamily="34" charset="0"/>
                <a:sym typeface="+mn-ea"/>
              </a:rPr>
              <a:t> The system should also update the table status automatically after customers finish their dining and payments.</a:t>
            </a:r>
            <a:endParaRPr lang="en-US" altLang="en-US" sz="2500" dirty="0">
              <a:latin typeface="+mj-lt"/>
              <a:cs typeface="Calibri" panose="020F0502020204030204" pitchFamily="34" charset="0"/>
            </a:endParaRPr>
          </a:p>
          <a:p>
            <a:pPr>
              <a:lnSpc>
                <a:spcPct val="107000"/>
              </a:lnSpc>
              <a:spcAft>
                <a:spcPts val="800"/>
              </a:spcAft>
            </a:pPr>
            <a:endParaRPr lang="en-US" altLang="en-US" sz="2500" dirty="0">
              <a:effectLst/>
              <a:latin typeface="+mj-lt"/>
              <a:ea typeface="Calibri" panose="020F0502020204030204" pitchFamily="34" charset="0"/>
              <a:cs typeface="Calibri" panose="020F0502020204030204" pitchFamily="34" charset="0"/>
            </a:endParaRPr>
          </a:p>
          <a:p>
            <a:pPr>
              <a:lnSpc>
                <a:spcPct val="107000"/>
              </a:lnSpc>
              <a:spcAft>
                <a:spcPts val="800"/>
              </a:spcAft>
            </a:pPr>
            <a:endParaRPr lang="en-US" altLang="en-US" sz="2500" dirty="0">
              <a:effectLst/>
              <a:latin typeface="+mj-lt"/>
              <a:ea typeface="Calibri" panose="020F0502020204030204" pitchFamily="34" charset="0"/>
              <a:cs typeface="Calibri" panose="020F0502020204030204" pitchFamily="34" charset="0"/>
            </a:endParaRPr>
          </a:p>
          <a:p>
            <a:pPr>
              <a:lnSpc>
                <a:spcPct val="107000"/>
              </a:lnSpc>
              <a:spcAft>
                <a:spcPts val="800"/>
              </a:spcAft>
            </a:pPr>
            <a:endParaRPr lang="en-US" altLang="en-US" sz="2500" dirty="0">
              <a:effectLst/>
              <a:latin typeface="+mj-lt"/>
              <a:ea typeface="Calibri" panose="020F0502020204030204" pitchFamily="34" charset="0"/>
              <a:cs typeface="Calibri" panose="020F0502020204030204" pitchFamily="34"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815" y="306753"/>
            <a:ext cx="10972800" cy="685800"/>
          </a:xfrm>
        </p:spPr>
        <p:txBody>
          <a:bodyPr wrap="square" anchor="ctr">
            <a:noAutofit/>
          </a:bodyPr>
          <a:lstStyle/>
          <a:p>
            <a:r>
              <a:rPr lang="en-US" sz="3200" b="1" dirty="0">
                <a:solidFill>
                  <a:srgbClr val="0000FF"/>
                </a:solidFill>
                <a:latin typeface="Calibri" panose="020F0502020204030204" pitchFamily="34" charset="0"/>
                <a:cs typeface="Calibri" panose="020F0502020204030204" pitchFamily="34" charset="0"/>
              </a:rPr>
              <a:t>CLIENT DETAILS</a:t>
            </a:r>
            <a:endParaRPr lang="en-IN" sz="3200" b="1" dirty="0">
              <a:solidFill>
                <a:srgbClr val="0000FF"/>
              </a:solidFill>
              <a:latin typeface="Calibri" panose="020F0502020204030204" pitchFamily="34" charset="0"/>
              <a:cs typeface="Calibri" panose="020F0502020204030204" pitchFamily="34" charset="0"/>
            </a:endParaRPr>
          </a:p>
        </p:txBody>
      </p:sp>
      <p:graphicFrame>
        <p:nvGraphicFramePr>
          <p:cNvPr id="5" name="Content Placeholder 2"/>
          <p:cNvGraphicFramePr>
            <a:graphicFrameLocks noGrp="1"/>
          </p:cNvGraphicFramePr>
          <p:nvPr>
            <p:ph idx="1"/>
          </p:nvPr>
        </p:nvGraphicFramePr>
        <p:xfrm>
          <a:off x="609600" y="1295400"/>
          <a:ext cx="10972800" cy="48307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5164" y="370924"/>
            <a:ext cx="6861908" cy="734646"/>
          </a:xfrm>
        </p:spPr>
        <p:txBody>
          <a:bodyPr/>
          <a:lstStyle/>
          <a:p>
            <a:r>
              <a:rPr lang="en-IN" sz="3200" b="1" dirty="0">
                <a:solidFill>
                  <a:srgbClr val="0000FF"/>
                </a:solidFill>
                <a:latin typeface="Calibri" panose="020F0502020204030204" pitchFamily="34" charset="0"/>
                <a:cs typeface="Calibri" panose="020F0502020204030204" pitchFamily="34" charset="0"/>
              </a:rPr>
              <a:t>REQUIREMENT ENGINEERING</a:t>
            </a:r>
            <a:endParaRPr lang="en-IN" sz="32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891540" y="1184910"/>
            <a:ext cx="10409555" cy="5263515"/>
          </a:xfrm>
        </p:spPr>
        <p:txBody>
          <a:bodyPr/>
          <a:lstStyle/>
          <a:p>
            <a:pPr marL="0" lvl="0" indent="0">
              <a:lnSpc>
                <a:spcPct val="107000"/>
              </a:lnSpc>
              <a:buNone/>
            </a:pPr>
            <a:r>
              <a:rPr lang="en-IN" sz="2500" b="1" dirty="0">
                <a:solidFill>
                  <a:srgbClr val="0000FF"/>
                </a:solidFill>
                <a:effectLst/>
                <a:latin typeface="Calibri" panose="020F0502020204030204" pitchFamily="34" charset="0"/>
                <a:ea typeface="Calibri" panose="020F0502020204030204" pitchFamily="34" charset="0"/>
                <a:cs typeface="Calibri" panose="020F0502020204030204" pitchFamily="34" charset="0"/>
              </a:rPr>
              <a:t>REQUIREMENT COLLECTION</a:t>
            </a:r>
            <a:endParaRPr lang="en-IN" sz="2500" b="1" dirty="0">
              <a:solidFill>
                <a:srgbClr val="0000FF"/>
              </a:solidFill>
              <a:effectLst/>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sz="2300" b="1" dirty="0">
                <a:latin typeface="Calibri" panose="020F0502020204030204" pitchFamily="34" charset="0"/>
                <a:ea typeface="Calibri" panose="020F0502020204030204" pitchFamily="34" charset="0"/>
                <a:cs typeface="Calibri" panose="020F0502020204030204" pitchFamily="34" charset="0"/>
              </a:rPr>
              <a:t>List of Requirements:</a:t>
            </a:r>
            <a:endParaRPr lang="en-IN" sz="2300" b="1"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1. </a:t>
            </a:r>
            <a:r>
              <a:rPr lang="en-US" altLang="en-US" sz="2300" dirty="0">
                <a:latin typeface="Calibri" panose="020F0502020204030204" pitchFamily="34" charset="0"/>
                <a:ea typeface="Calibri" panose="020F0502020204030204" pitchFamily="34" charset="0"/>
                <a:cs typeface="Calibri" panose="020F0502020204030204" pitchFamily="34" charset="0"/>
              </a:rPr>
              <a:t>The system should display available tables and seating capacity.</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2. </a:t>
            </a:r>
            <a:r>
              <a:rPr lang="en-US" altLang="en-US" sz="2300" dirty="0">
                <a:latin typeface="Calibri" panose="020F0502020204030204" pitchFamily="34" charset="0"/>
                <a:ea typeface="Calibri" panose="020F0502020204030204" pitchFamily="34" charset="0"/>
                <a:cs typeface="Calibri" panose="020F0502020204030204" pitchFamily="34" charset="0"/>
              </a:rPr>
              <a:t>Customers should be able to reserve tables based on seat requirements.</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3. </a:t>
            </a:r>
            <a:r>
              <a:rPr lang="en-US" altLang="en-US" sz="2300" dirty="0">
                <a:latin typeface="Calibri" panose="020F0502020204030204" pitchFamily="34" charset="0"/>
                <a:ea typeface="Calibri" panose="020F0502020204030204" pitchFamily="34" charset="0"/>
                <a:cs typeface="Calibri" panose="020F0502020204030204" pitchFamily="34" charset="0"/>
              </a:rPr>
              <a:t>The system should automatically assign a suitable table.</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4. </a:t>
            </a:r>
            <a:r>
              <a:rPr lang="en-US" altLang="en-US" sz="2300" dirty="0">
                <a:latin typeface="Calibri" panose="020F0502020204030204" pitchFamily="34" charset="0"/>
                <a:ea typeface="Calibri" panose="020F0502020204030204" pitchFamily="34" charset="0"/>
                <a:cs typeface="Calibri" panose="020F0502020204030204" pitchFamily="34" charset="0"/>
              </a:rPr>
              <a:t>Reservation confirmation should be sent to the customer</a:t>
            </a:r>
            <a:r>
              <a:rPr lang="en-IN" altLang="en-US" sz="2300" dirty="0">
                <a:latin typeface="Calibri" panose="020F0502020204030204" pitchFamily="34" charset="0"/>
                <a:ea typeface="Calibri" panose="020F0502020204030204" pitchFamily="34" charset="0"/>
                <a:cs typeface="Calibri" panose="020F0502020204030204" pitchFamily="34" charset="0"/>
              </a:rPr>
              <a:t> and b</a:t>
            </a:r>
            <a:r>
              <a:rPr lang="en-US" altLang="en-US" sz="2300" dirty="0">
                <a:latin typeface="Calibri" panose="020F0502020204030204" pitchFamily="34" charset="0"/>
                <a:ea typeface="Calibri" panose="020F0502020204030204" pitchFamily="34" charset="0"/>
                <a:cs typeface="Calibri" panose="020F0502020204030204" pitchFamily="34" charset="0"/>
              </a:rPr>
              <a:t>ooking notification should be sent to the hotel manager.</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5. </a:t>
            </a:r>
            <a:r>
              <a:rPr lang="en-US" altLang="en-US" sz="2300" dirty="0">
                <a:latin typeface="Calibri" panose="020F0502020204030204" pitchFamily="34" charset="0"/>
                <a:ea typeface="Calibri" panose="020F0502020204030204" pitchFamily="34" charset="0"/>
                <a:cs typeface="Calibri" panose="020F0502020204030204" pitchFamily="34" charset="0"/>
              </a:rPr>
              <a:t>Table status should change from available → occupied when reserved</a:t>
            </a:r>
            <a:r>
              <a:rPr lang="en-IN" altLang="en-US" sz="2300" dirty="0">
                <a:latin typeface="Calibri" panose="020F0502020204030204" pitchFamily="34" charset="0"/>
                <a:ea typeface="Calibri" panose="020F0502020204030204" pitchFamily="34" charset="0"/>
                <a:cs typeface="Calibri" panose="020F0502020204030204" pitchFamily="34" charset="0"/>
              </a:rPr>
              <a:t> and</a:t>
            </a:r>
            <a:r>
              <a:rPr lang="en-US" altLang="en-US" sz="2300" dirty="0">
                <a:latin typeface="Calibri" panose="020F0502020204030204" pitchFamily="34" charset="0"/>
                <a:ea typeface="Calibri" panose="020F0502020204030204" pitchFamily="34" charset="0"/>
                <a:cs typeface="Calibri" panose="020F0502020204030204" pitchFamily="34" charset="0"/>
              </a:rPr>
              <a:t> from occupied → available after bill payment.</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6. </a:t>
            </a:r>
            <a:r>
              <a:rPr lang="en-US" altLang="en-US" sz="2300" dirty="0">
                <a:latin typeface="Calibri" panose="020F0502020204030204" pitchFamily="34" charset="0"/>
                <a:ea typeface="Calibri" panose="020F0502020204030204" pitchFamily="34" charset="0"/>
                <a:cs typeface="Calibri" panose="020F0502020204030204" pitchFamily="34" charset="0"/>
              </a:rPr>
              <a:t>The system should refresh and update table availability periodically.</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7. </a:t>
            </a:r>
            <a:r>
              <a:rPr lang="en-US" altLang="en-US" sz="2300" dirty="0">
                <a:latin typeface="Calibri" panose="020F0502020204030204" pitchFamily="34" charset="0"/>
                <a:ea typeface="Calibri" panose="020F0502020204030204" pitchFamily="34" charset="0"/>
                <a:cs typeface="Calibri" panose="020F0502020204030204" pitchFamily="34" charset="0"/>
              </a:rPr>
              <a:t>Hotel staff should be able to monitor table status.</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buNone/>
            </a:pPr>
            <a:r>
              <a:rPr lang="en-IN" altLang="en-US" sz="2300" dirty="0">
                <a:latin typeface="Calibri" panose="020F0502020204030204" pitchFamily="34" charset="0"/>
                <a:ea typeface="Calibri" panose="020F0502020204030204" pitchFamily="34" charset="0"/>
                <a:cs typeface="Calibri" panose="020F0502020204030204" pitchFamily="34" charset="0"/>
              </a:rPr>
              <a:t>8. </a:t>
            </a:r>
            <a:r>
              <a:rPr lang="en-US" altLang="en-US" sz="2300" dirty="0">
                <a:latin typeface="Calibri" panose="020F0502020204030204" pitchFamily="34" charset="0"/>
                <a:ea typeface="Calibri" panose="020F0502020204030204" pitchFamily="34" charset="0"/>
                <a:cs typeface="Calibri" panose="020F0502020204030204" pitchFamily="34" charset="0"/>
              </a:rPr>
              <a:t>The system should maintain reservation records.</a:t>
            </a:r>
            <a:endParaRPr lang="en-US" altLang="en-US" sz="23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609600" y="830431"/>
            <a:ext cx="5386917" cy="639762"/>
          </a:xfrm>
        </p:spPr>
        <p:txBody>
          <a:bodyPr/>
          <a:lstStyle/>
          <a:p>
            <a:r>
              <a:rPr lang="en-IN" sz="2800" b="1" dirty="0">
                <a:solidFill>
                  <a:srgbClr val="0000FF"/>
                </a:solidFill>
                <a:latin typeface="Calibri" panose="020F0502020204030204" pitchFamily="34" charset="0"/>
                <a:cs typeface="Calibri" panose="020F0502020204030204" pitchFamily="34" charset="0"/>
              </a:rPr>
              <a:t>FUNCTIONAL REQUIREMENTS</a:t>
            </a:r>
            <a:endParaRPr lang="en-IN" dirty="0"/>
          </a:p>
        </p:txBody>
      </p:sp>
      <p:sp>
        <p:nvSpPr>
          <p:cNvPr id="5" name="Content Placeholder 4"/>
          <p:cNvSpPr>
            <a:spLocks noGrp="1"/>
          </p:cNvSpPr>
          <p:nvPr>
            <p:ph sz="half" idx="2"/>
          </p:nvPr>
        </p:nvSpPr>
        <p:spPr>
          <a:xfrm>
            <a:off x="609600" y="1470025"/>
            <a:ext cx="5386705" cy="5257800"/>
          </a:xfrm>
        </p:spPr>
        <p:txBody>
          <a:bodyPr/>
          <a:lstStyle/>
          <a:p>
            <a:r>
              <a:rPr lang="en-US" altLang="en-US" dirty="0"/>
              <a:t>Display Table Availability</a:t>
            </a:r>
            <a:endParaRPr lang="en-US" altLang="en-US" dirty="0"/>
          </a:p>
          <a:p>
            <a:r>
              <a:rPr lang="en-US" altLang="en-US" dirty="0"/>
              <a:t>Table Reservation</a:t>
            </a:r>
            <a:endParaRPr lang="en-US" altLang="en-US" dirty="0"/>
          </a:p>
          <a:p>
            <a:r>
              <a:rPr lang="en-US" altLang="en-US" dirty="0"/>
              <a:t>Automatic Table Allocation</a:t>
            </a:r>
            <a:endParaRPr lang="en-US" altLang="en-US" dirty="0"/>
          </a:p>
          <a:p>
            <a:r>
              <a:rPr lang="en-US" altLang="en-US" dirty="0"/>
              <a:t>Reservation Confirmation</a:t>
            </a:r>
            <a:endParaRPr lang="en-US" altLang="en-US" dirty="0"/>
          </a:p>
          <a:p>
            <a:r>
              <a:rPr lang="en-US" altLang="en-US" dirty="0"/>
              <a:t>Manager Notification</a:t>
            </a:r>
            <a:endParaRPr lang="en-US" altLang="en-US" dirty="0"/>
          </a:p>
          <a:p>
            <a:r>
              <a:rPr lang="en-US" altLang="en-US" dirty="0"/>
              <a:t>Table Status Management</a:t>
            </a:r>
            <a:endParaRPr lang="en-US" altLang="en-US" dirty="0"/>
          </a:p>
          <a:p>
            <a:r>
              <a:rPr lang="en-US" altLang="en-US" dirty="0"/>
              <a:t>Periodic System Refresh</a:t>
            </a:r>
            <a:endParaRPr lang="en-IN" dirty="0"/>
          </a:p>
          <a:p>
            <a:endParaRPr lang="en-IN" dirty="0"/>
          </a:p>
          <a:p>
            <a:endParaRPr lang="en-IN" dirty="0"/>
          </a:p>
          <a:p>
            <a:endParaRPr lang="en-IN" dirty="0"/>
          </a:p>
        </p:txBody>
      </p:sp>
      <p:sp>
        <p:nvSpPr>
          <p:cNvPr id="8" name="Text Placeholder 7"/>
          <p:cNvSpPr>
            <a:spLocks noGrp="1"/>
          </p:cNvSpPr>
          <p:nvPr>
            <p:ph type="body" sz="quarter" idx="3"/>
          </p:nvPr>
        </p:nvSpPr>
        <p:spPr>
          <a:xfrm>
            <a:off x="6096000" y="830431"/>
            <a:ext cx="5486400" cy="639762"/>
          </a:xfrm>
        </p:spPr>
        <p:txBody>
          <a:bodyPr/>
          <a:lstStyle/>
          <a:p>
            <a:r>
              <a:rPr lang="en-IN" sz="2800" dirty="0">
                <a:latin typeface="Calibri" panose="020F0502020204030204" pitchFamily="34" charset="0"/>
                <a:cs typeface="Calibri" panose="020F0502020204030204" pitchFamily="34" charset="0"/>
              </a:rPr>
              <a:t>NON-FUNCTIONAL REQUIREMENTS</a:t>
            </a:r>
            <a:endParaRPr lang="en-IN" sz="2800" dirty="0">
              <a:latin typeface="Calibri" panose="020F0502020204030204" pitchFamily="34" charset="0"/>
              <a:cs typeface="Calibri" panose="020F0502020204030204" pitchFamily="34" charset="0"/>
            </a:endParaRPr>
          </a:p>
        </p:txBody>
      </p:sp>
      <p:sp>
        <p:nvSpPr>
          <p:cNvPr id="9" name="Content Placeholder 8"/>
          <p:cNvSpPr>
            <a:spLocks noGrp="1"/>
          </p:cNvSpPr>
          <p:nvPr>
            <p:ph sz="quarter" idx="4"/>
          </p:nvPr>
        </p:nvSpPr>
        <p:spPr>
          <a:xfrm>
            <a:off x="6096000" y="1470193"/>
            <a:ext cx="5389033" cy="3951288"/>
          </a:xfrm>
        </p:spPr>
        <p:txBody>
          <a:bodyPr/>
          <a:lstStyle/>
          <a:p>
            <a:r>
              <a:rPr lang="en-IN" sz="1700" dirty="0">
                <a:latin typeface="+mj-lt"/>
                <a:cs typeface="Calibri" panose="020F0502020204030204" pitchFamily="34" charset="0"/>
              </a:rPr>
              <a:t>1. Usability</a:t>
            </a:r>
            <a:endParaRPr lang="en-IN" sz="1700" dirty="0">
              <a:latin typeface="+mj-lt"/>
              <a:cs typeface="Calibri" panose="020F0502020204030204" pitchFamily="34" charset="0"/>
            </a:endParaRPr>
          </a:p>
          <a:p>
            <a:r>
              <a:rPr lang="en-IN" sz="1700" dirty="0">
                <a:latin typeface="+mj-lt"/>
                <a:cs typeface="Calibri" panose="020F0502020204030204" pitchFamily="34" charset="0"/>
              </a:rPr>
              <a:t>2. Reliability</a:t>
            </a:r>
            <a:endParaRPr lang="en-IN" sz="1700" dirty="0">
              <a:latin typeface="+mj-lt"/>
              <a:cs typeface="Calibri" panose="020F0502020204030204" pitchFamily="34" charset="0"/>
            </a:endParaRPr>
          </a:p>
          <a:p>
            <a:r>
              <a:rPr lang="en-IN" sz="1700" dirty="0">
                <a:latin typeface="+mj-lt"/>
                <a:cs typeface="Calibri" panose="020F0502020204030204" pitchFamily="34" charset="0"/>
              </a:rPr>
              <a:t>3. Performance</a:t>
            </a:r>
            <a:endParaRPr lang="en-IN" sz="1700" dirty="0">
              <a:latin typeface="+mj-lt"/>
              <a:cs typeface="Calibri" panose="020F0502020204030204" pitchFamily="34" charset="0"/>
            </a:endParaRPr>
          </a:p>
          <a:p>
            <a:r>
              <a:rPr lang="en-IN" sz="1700" dirty="0">
                <a:latin typeface="+mj-lt"/>
                <a:cs typeface="Calibri" panose="020F0502020204030204" pitchFamily="34" charset="0"/>
              </a:rPr>
              <a:t>4. Scalability</a:t>
            </a:r>
            <a:endParaRPr lang="en-IN" sz="1700" dirty="0">
              <a:latin typeface="+mj-lt"/>
              <a:cs typeface="Calibri" panose="020F0502020204030204" pitchFamily="34" charset="0"/>
            </a:endParaRPr>
          </a:p>
          <a:p>
            <a:r>
              <a:rPr lang="en-IN" sz="1700" dirty="0">
                <a:latin typeface="+mj-lt"/>
                <a:cs typeface="Calibri" panose="020F0502020204030204" pitchFamily="34" charset="0"/>
              </a:rPr>
              <a:t>5. Security</a:t>
            </a:r>
            <a:endParaRPr lang="en-IN" sz="1700" dirty="0">
              <a:latin typeface="+mj-lt"/>
              <a:cs typeface="Calibri" panose="020F0502020204030204" pitchFamily="34" charset="0"/>
            </a:endParaRPr>
          </a:p>
          <a:p>
            <a:r>
              <a:rPr lang="en-IN" sz="1700" dirty="0">
                <a:latin typeface="+mj-lt"/>
                <a:cs typeface="Calibri" panose="020F0502020204030204" pitchFamily="34" charset="0"/>
              </a:rPr>
              <a:t>6. Availability</a:t>
            </a:r>
            <a:endParaRPr lang="en-IN" sz="1700" dirty="0">
              <a:latin typeface="+mj-lt"/>
              <a:cs typeface="Calibri" panose="020F0502020204030204" pitchFamily="34" charset="0"/>
            </a:endParaRPr>
          </a:p>
          <a:p>
            <a:r>
              <a:rPr lang="en-IN" sz="1700" dirty="0">
                <a:latin typeface="+mj-lt"/>
                <a:cs typeface="Calibri" panose="020F0502020204030204" pitchFamily="34" charset="0"/>
              </a:rPr>
              <a:t>7. Maintainability.</a:t>
            </a:r>
            <a:endParaRPr lang="en-IN" sz="1700" dirty="0">
              <a:latin typeface="+mj-lt"/>
              <a:cs typeface="Calibri" panose="020F0502020204030204" pitchFamily="34" charset="0"/>
            </a:endParaRPr>
          </a:p>
        </p:txBody>
      </p:sp>
      <p:cxnSp>
        <p:nvCxnSpPr>
          <p:cNvPr id="17" name="Straight Connector 16"/>
          <p:cNvCxnSpPr/>
          <p:nvPr/>
        </p:nvCxnSpPr>
        <p:spPr bwMode="auto">
          <a:xfrm>
            <a:off x="5567423" y="1030147"/>
            <a:ext cx="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5" name="Rectangle 24"/>
          <p:cNvSpPr/>
          <p:nvPr/>
        </p:nvSpPr>
        <p:spPr bwMode="auto">
          <a:xfrm>
            <a:off x="451413" y="830431"/>
            <a:ext cx="5545104" cy="5040980"/>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IN" sz="18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endParaRPr>
          </a:p>
        </p:txBody>
      </p:sp>
      <p:sp>
        <p:nvSpPr>
          <p:cNvPr id="26" name="Rectangle 25"/>
          <p:cNvSpPr/>
          <p:nvPr/>
        </p:nvSpPr>
        <p:spPr bwMode="auto">
          <a:xfrm>
            <a:off x="6096000" y="830431"/>
            <a:ext cx="5644587" cy="5040980"/>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IN" sz="18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8937"/>
            <a:ext cx="10972800" cy="685800"/>
          </a:xfrm>
        </p:spPr>
        <p:txBody>
          <a:bodyPr/>
          <a:lstStyle/>
          <a:p>
            <a:r>
              <a:rPr lang="en-IN" sz="3200" b="1" dirty="0">
                <a:solidFill>
                  <a:srgbClr val="0000FF"/>
                </a:solidFill>
                <a:latin typeface="Calibri" panose="020F0502020204030204" pitchFamily="34" charset="0"/>
                <a:cs typeface="Calibri" panose="020F0502020204030204" pitchFamily="34" charset="0"/>
              </a:rPr>
              <a:t>OTHER IMPLEMENTATION DETAILS</a:t>
            </a:r>
            <a:endParaRPr lang="en-IN" sz="3200" b="1" dirty="0">
              <a:solidFill>
                <a:srgbClr val="0000FF"/>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21030" y="1295400"/>
            <a:ext cx="10972800" cy="4411345"/>
          </a:xfrm>
        </p:spPr>
        <p:txBody>
          <a:bodyPr/>
          <a:lstStyle/>
          <a:p>
            <a:r>
              <a:rPr lang="en-IN" sz="2200" dirty="0"/>
              <a:t>Back end used: </a:t>
            </a:r>
            <a:endParaRPr lang="en-IN" sz="2200" dirty="0"/>
          </a:p>
          <a:p>
            <a:pPr lvl="1"/>
            <a:r>
              <a:rPr lang="en-IN" sz="2300" dirty="0"/>
              <a:t>C integrated with Flask</a:t>
            </a:r>
            <a:endParaRPr lang="en-IN" sz="2300" dirty="0"/>
          </a:p>
          <a:p>
            <a:pPr lvl="1"/>
            <a:r>
              <a:rPr lang="en-IN" sz="2300" dirty="0"/>
              <a:t>7 HTML Files (base,home_page,login_page,signup,booking,reservation,payment)</a:t>
            </a:r>
            <a:endParaRPr lang="en-IN" sz="2300" dirty="0"/>
          </a:p>
          <a:p>
            <a:pPr lvl="1"/>
            <a:r>
              <a:rPr lang="en-IN" sz="2200" dirty="0"/>
              <a:t>Front end used: HTML</a:t>
            </a:r>
            <a:endParaRPr lang="en-IN" sz="2200" dirty="0"/>
          </a:p>
          <a:p>
            <a:pPr marL="0" indent="0">
              <a:buNone/>
            </a:pPr>
            <a:r>
              <a:rPr lang="en-IN" sz="2200" dirty="0"/>
              <a:t>Total Number of sprints taken 2</a:t>
            </a:r>
            <a:endParaRPr lang="en-IN" sz="2200" dirty="0"/>
          </a:p>
          <a:p>
            <a:pPr marL="0" indent="0">
              <a:buFont typeface="Wingdings" panose="05000000000000000000" pitchFamily="2" charset="2"/>
              <a:buNone/>
            </a:pPr>
            <a:r>
              <a:rPr lang="en-IN" sz="2200" dirty="0"/>
              <a:t>Sprint #no 1 scheduled for 1-2 weeks</a:t>
            </a:r>
            <a:endParaRPr lang="en-IN" sz="2200" dirty="0"/>
          </a:p>
          <a:p>
            <a:pPr marL="0" indent="0">
              <a:buFont typeface="Wingdings" panose="05000000000000000000" pitchFamily="2" charset="2"/>
              <a:buNone/>
            </a:pPr>
            <a:r>
              <a:rPr lang="en-IN" sz="2200" dirty="0"/>
              <a:t>Sprint # no 2 scheduled for 1 week.</a:t>
            </a:r>
            <a:endParaRPr lang="en-IN" sz="2200" dirty="0"/>
          </a:p>
          <a:p>
            <a:endParaRPr lang="en-IN" dirty="0"/>
          </a:p>
          <a:p>
            <a:endParaRPr lang="en-IN" dirty="0"/>
          </a:p>
          <a:p>
            <a:endParaRPr lang="en-IN" dirty="0"/>
          </a:p>
          <a:p>
            <a:endParaRPr lang="en-IN" dirty="0"/>
          </a:p>
          <a:p>
            <a:endParaRPr lang="en-IN"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solidFill>
                  <a:srgbClr val="0000FF"/>
                </a:solidFill>
                <a:latin typeface="Calibri" panose="020F0502020204030204" pitchFamily="34" charset="0"/>
                <a:cs typeface="Calibri" panose="020F0502020204030204" pitchFamily="34" charset="0"/>
              </a:rPr>
              <a:t>DESIGN DETAILS</a:t>
            </a:r>
            <a:endParaRPr lang="en-IN" sz="3200" b="1" dirty="0">
              <a:solidFill>
                <a:srgbClr val="0000FF"/>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p:txBody>
          <a:bodyPr/>
          <a:lstStyle/>
          <a:p>
            <a:endParaRPr lang="en-IN"/>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519213"/>
            <a:ext cx="10972800" cy="685800"/>
          </a:xfrm>
        </p:spPr>
        <p:txBody>
          <a:bodyPr/>
          <a:lstStyle/>
          <a:p>
            <a:r>
              <a:rPr lang="en-IN" sz="3200" b="1" dirty="0">
                <a:solidFill>
                  <a:srgbClr val="0000FF"/>
                </a:solidFill>
                <a:latin typeface="Calibri" panose="020F0502020204030204" pitchFamily="34" charset="0"/>
                <a:cs typeface="Calibri" panose="020F0502020204030204" pitchFamily="34" charset="0"/>
              </a:rPr>
              <a:t>INDIVIDUAL CONTRIBUTION</a:t>
            </a:r>
            <a:endParaRPr lang="en-IN" sz="3200" b="1" dirty="0">
              <a:solidFill>
                <a:srgbClr val="0000FF"/>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721995" y="1401445"/>
            <a:ext cx="10747375" cy="4772660"/>
          </a:xfrm>
        </p:spPr>
        <p:txBody>
          <a:bodyPr/>
          <a:lstStyle/>
          <a:p>
            <a:pPr marL="0" indent="0" algn="just">
              <a:buNone/>
            </a:pPr>
            <a:r>
              <a:rPr lang="en-IN" sz="1800" b="1" dirty="0">
                <a:latin typeface="+mj-lt"/>
                <a:cs typeface="Calibri" panose="020F0502020204030204" pitchFamily="34" charset="0"/>
              </a:rPr>
              <a:t>1. Team member name: SAHANA S</a:t>
            </a:r>
            <a:endParaRPr lang="en-IN" sz="1800" b="1" dirty="0">
              <a:latin typeface="+mj-lt"/>
              <a:cs typeface="Calibri" panose="020F0502020204030204" pitchFamily="34" charset="0"/>
            </a:endParaRPr>
          </a:p>
          <a:p>
            <a:pPr marL="0" indent="0" algn="just">
              <a:buNone/>
            </a:pPr>
            <a:r>
              <a:rPr lang="en-IN" sz="1800" b="1" dirty="0">
                <a:latin typeface="+mj-lt"/>
                <a:cs typeface="Calibri" panose="020F0502020204030204" pitchFamily="34" charset="0"/>
              </a:rPr>
              <a:t>Work description: </a:t>
            </a:r>
            <a:r>
              <a:rPr lang="en-US" altLang="en-US" sz="1800" dirty="0">
                <a:latin typeface="+mj-lt"/>
                <a:cs typeface="Calibri" panose="020F0502020204030204" pitchFamily="34" charset="0"/>
              </a:rPr>
              <a:t>Responsible for building the core reservation logic in C. This module handles table allocation, booking creation, and storing reservation data into a file system.</a:t>
            </a:r>
            <a:endParaRPr lang="en-US" altLang="en-US" sz="1800" b="1" dirty="0">
              <a:latin typeface="+mj-lt"/>
              <a:cs typeface="Calibri" panose="020F0502020204030204" pitchFamily="34" charset="0"/>
            </a:endParaRPr>
          </a:p>
          <a:p>
            <a:pPr marL="0" indent="0" algn="just">
              <a:buNone/>
            </a:pPr>
            <a:r>
              <a:rPr lang="en-IN" sz="1800" b="1" dirty="0">
                <a:latin typeface="+mj-lt"/>
                <a:cs typeface="Calibri" panose="020F0502020204030204" pitchFamily="34" charset="0"/>
              </a:rPr>
              <a:t>Modules worked: </a:t>
            </a:r>
            <a:r>
              <a:rPr lang="en-US" altLang="en-US" sz="1800" dirty="0">
                <a:latin typeface="+mj-lt"/>
                <a:cs typeface="Calibri" panose="020F0502020204030204" pitchFamily="34" charset="0"/>
              </a:rPr>
              <a:t>Reservation Core System (C Module)</a:t>
            </a:r>
            <a:r>
              <a:rPr lang="en-IN" altLang="en-US" sz="1800" dirty="0">
                <a:latin typeface="+mj-lt"/>
                <a:cs typeface="Calibri" panose="020F0502020204030204" pitchFamily="34" charset="0"/>
              </a:rPr>
              <a:t>, reservation.html, bookings.html</a:t>
            </a:r>
            <a:endParaRPr lang="en-IN" altLang="en-US" sz="1800" dirty="0">
              <a:latin typeface="+mj-lt"/>
              <a:cs typeface="Calibri" panose="020F0502020204030204" pitchFamily="34" charset="0"/>
            </a:endParaRPr>
          </a:p>
          <a:p>
            <a:pPr marL="0" indent="0" algn="just">
              <a:buNone/>
            </a:pPr>
            <a:r>
              <a:rPr lang="en-IN" altLang="en-US" sz="1800" b="1" dirty="0">
                <a:latin typeface="+mj-lt"/>
                <a:cs typeface="Calibri" panose="020F0502020204030204" pitchFamily="34" charset="0"/>
              </a:rPr>
              <a:t>2. Team member name: SAKTHI V</a:t>
            </a:r>
            <a:endParaRPr lang="en-IN" altLang="en-US" sz="1800" b="1" dirty="0">
              <a:latin typeface="+mj-lt"/>
              <a:cs typeface="Calibri" panose="020F0502020204030204" pitchFamily="34" charset="0"/>
            </a:endParaRPr>
          </a:p>
          <a:p>
            <a:pPr marL="0" indent="0" algn="just">
              <a:buNone/>
            </a:pPr>
            <a:r>
              <a:rPr lang="en-IN" altLang="en-US" sz="1800" b="1" dirty="0">
                <a:latin typeface="+mj-lt"/>
                <a:cs typeface="Calibri" panose="020F0502020204030204" pitchFamily="34" charset="0"/>
              </a:rPr>
              <a:t>Work description: </a:t>
            </a:r>
            <a:r>
              <a:rPr lang="en-US" altLang="en-US" sz="1800" dirty="0">
                <a:latin typeface="+mj-lt"/>
                <a:cs typeface="Calibri" panose="020F0502020204030204" pitchFamily="34" charset="0"/>
              </a:rPr>
              <a:t>Handles cancellation of reservations and ensures safe updating of stored booking data without corruption.</a:t>
            </a:r>
            <a:endParaRPr lang="en-US" altLang="en-US" sz="1800" b="1" dirty="0">
              <a:latin typeface="+mj-lt"/>
              <a:cs typeface="Calibri" panose="020F0502020204030204" pitchFamily="34" charset="0"/>
            </a:endParaRPr>
          </a:p>
          <a:p>
            <a:pPr marL="0" indent="0" algn="just">
              <a:buNone/>
            </a:pPr>
            <a:r>
              <a:rPr lang="en-IN" altLang="en-US" sz="1800" b="1" dirty="0">
                <a:latin typeface="+mj-lt"/>
                <a:cs typeface="Calibri" panose="020F0502020204030204" pitchFamily="34" charset="0"/>
              </a:rPr>
              <a:t>Modules worked: </a:t>
            </a:r>
            <a:r>
              <a:rPr lang="en-US" altLang="en-US" sz="1800" dirty="0">
                <a:latin typeface="+mj-lt"/>
                <a:cs typeface="Calibri" panose="020F0502020204030204" pitchFamily="34" charset="0"/>
                <a:sym typeface="+mn-ea"/>
              </a:rPr>
              <a:t>Reservation Cancellation System (C Module)</a:t>
            </a:r>
            <a:r>
              <a:rPr lang="en-IN" altLang="en-US" sz="1800" dirty="0">
                <a:latin typeface="+mj-lt"/>
                <a:cs typeface="Calibri" panose="020F0502020204030204" pitchFamily="34" charset="0"/>
                <a:sym typeface="+mn-ea"/>
              </a:rPr>
              <a:t>, login_page.html, signup.html</a:t>
            </a:r>
            <a:endParaRPr lang="en-IN" altLang="en-US" sz="1800" dirty="0">
              <a:latin typeface="+mj-lt"/>
              <a:cs typeface="Calibri" panose="020F0502020204030204" pitchFamily="34" charset="0"/>
              <a:sym typeface="+mn-ea"/>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rgbClr val="0000FF"/>
                </a:solidFill>
                <a:latin typeface="Calibri" panose="020F0502020204030204" pitchFamily="34" charset="0"/>
                <a:cs typeface="Calibri" panose="020F0502020204030204" pitchFamily="34" charset="0"/>
                <a:sym typeface="+mn-ea"/>
              </a:rPr>
              <a:t>INDIVIDUAL CONTRIBUTION</a:t>
            </a:r>
            <a:endParaRPr lang="en-IN" altLang="en-US"/>
          </a:p>
        </p:txBody>
      </p:sp>
      <p:sp>
        <p:nvSpPr>
          <p:cNvPr id="4" name="Content Placeholder 3"/>
          <p:cNvSpPr>
            <a:spLocks noGrp="1"/>
          </p:cNvSpPr>
          <p:nvPr>
            <p:ph idx="1"/>
          </p:nvPr>
        </p:nvSpPr>
        <p:spPr>
          <a:xfrm>
            <a:off x="721995" y="1401445"/>
            <a:ext cx="10747375" cy="4772660"/>
          </a:xfrm>
        </p:spPr>
        <p:txBody>
          <a:bodyPr/>
          <a:lstStyle/>
          <a:p>
            <a:pPr marL="0" indent="0" algn="just">
              <a:buNone/>
            </a:pPr>
            <a:r>
              <a:rPr lang="en-IN" sz="1800" b="1" dirty="0">
                <a:latin typeface="+mj-lt"/>
                <a:cs typeface="Calibri" panose="020F0502020204030204" pitchFamily="34" charset="0"/>
              </a:rPr>
              <a:t>3. Team member name: SAKETH RAM SRINIVASAN</a:t>
            </a:r>
            <a:endParaRPr lang="en-IN" sz="1800" b="1" dirty="0">
              <a:latin typeface="+mj-lt"/>
              <a:cs typeface="Calibri" panose="020F0502020204030204" pitchFamily="34" charset="0"/>
            </a:endParaRPr>
          </a:p>
          <a:p>
            <a:pPr marL="0" indent="0" algn="just">
              <a:buNone/>
            </a:pPr>
            <a:r>
              <a:rPr lang="en-IN" sz="1800" b="1" dirty="0">
                <a:latin typeface="+mj-lt"/>
                <a:cs typeface="Calibri" panose="020F0502020204030204" pitchFamily="34" charset="0"/>
              </a:rPr>
              <a:t>Work description: </a:t>
            </a:r>
            <a:r>
              <a:rPr lang="en-US" altLang="en-US" sz="1800" dirty="0">
                <a:latin typeface="+mj-lt"/>
                <a:cs typeface="Calibri" panose="020F0502020204030204" pitchFamily="34" charset="0"/>
              </a:rPr>
              <a:t>Builds the full web backend that connects user interface with the C reservation engine using subprocess communication.</a:t>
            </a:r>
            <a:endParaRPr lang="en-US" altLang="en-US" sz="1800" b="1" dirty="0">
              <a:latin typeface="+mj-lt"/>
              <a:cs typeface="Calibri" panose="020F0502020204030204" pitchFamily="34" charset="0"/>
            </a:endParaRPr>
          </a:p>
          <a:p>
            <a:pPr marL="0" indent="0" algn="just">
              <a:buNone/>
            </a:pPr>
            <a:r>
              <a:rPr lang="en-IN" sz="1800" b="1" dirty="0">
                <a:latin typeface="+mj-lt"/>
                <a:cs typeface="Calibri" panose="020F0502020204030204" pitchFamily="34" charset="0"/>
              </a:rPr>
              <a:t>Modules worked: </a:t>
            </a:r>
            <a:r>
              <a:rPr lang="en-US" altLang="en-US" sz="1800" dirty="0">
                <a:latin typeface="+mj-lt"/>
                <a:cs typeface="Calibri" panose="020F0502020204030204" pitchFamily="34" charset="0"/>
              </a:rPr>
              <a:t>Web Application &amp; API Layer (Flask Module)</a:t>
            </a:r>
            <a:r>
              <a:rPr lang="en-IN" altLang="en-US" sz="1800" dirty="0">
                <a:latin typeface="+mj-lt"/>
                <a:cs typeface="Calibri" panose="020F0502020204030204" pitchFamily="34" charset="0"/>
              </a:rPr>
              <a:t>, FLASK_FOR_HOTEL.py, payment.html.</a:t>
            </a:r>
            <a:endParaRPr lang="en-US" altLang="en-US" sz="1800" dirty="0">
              <a:latin typeface="+mj-lt"/>
              <a:cs typeface="Calibri" panose="020F0502020204030204" pitchFamily="34" charset="0"/>
            </a:endParaRPr>
          </a:p>
          <a:p>
            <a:pPr marL="0" indent="0" algn="just">
              <a:buNone/>
            </a:pPr>
            <a:r>
              <a:rPr lang="en-IN" altLang="en-US" sz="1800" b="1" dirty="0">
                <a:latin typeface="+mj-lt"/>
                <a:cs typeface="Calibri" panose="020F0502020204030204" pitchFamily="34" charset="0"/>
              </a:rPr>
              <a:t>4. Team member name: SANJAY S</a:t>
            </a:r>
            <a:endParaRPr lang="en-IN" altLang="en-US" sz="1800" b="1" dirty="0">
              <a:latin typeface="+mj-lt"/>
              <a:cs typeface="Calibri" panose="020F0502020204030204" pitchFamily="34" charset="0"/>
            </a:endParaRPr>
          </a:p>
          <a:p>
            <a:pPr marL="0" indent="0" algn="just">
              <a:buNone/>
            </a:pPr>
            <a:r>
              <a:rPr lang="en-IN" altLang="en-US" sz="1800" b="1" dirty="0">
                <a:latin typeface="+mj-lt"/>
                <a:cs typeface="Calibri" panose="020F0502020204030204" pitchFamily="34" charset="0"/>
              </a:rPr>
              <a:t>Work description: </a:t>
            </a:r>
            <a:r>
              <a:rPr lang="en-US" altLang="en-US" sz="1800" dirty="0">
                <a:latin typeface="+mj-lt"/>
                <a:cs typeface="Calibri" panose="020F0502020204030204" pitchFamily="34" charset="0"/>
              </a:rPr>
              <a:t>Responsible for building the complete frontend interface, improving user experience, fixing UI alignment issues, and implementing email notifications.</a:t>
            </a:r>
            <a:endParaRPr lang="en-US" altLang="en-US" sz="1800" b="1" dirty="0">
              <a:latin typeface="+mj-lt"/>
              <a:cs typeface="Calibri" panose="020F0502020204030204" pitchFamily="34" charset="0"/>
            </a:endParaRPr>
          </a:p>
          <a:p>
            <a:pPr marL="0" indent="0" algn="just">
              <a:buNone/>
            </a:pPr>
            <a:r>
              <a:rPr lang="en-IN" altLang="en-US" sz="1800" b="1" dirty="0">
                <a:latin typeface="+mj-lt"/>
                <a:cs typeface="Calibri" panose="020F0502020204030204" pitchFamily="34" charset="0"/>
              </a:rPr>
              <a:t>Modules worked: </a:t>
            </a:r>
            <a:r>
              <a:rPr lang="en-US" altLang="en-US" sz="1800" dirty="0">
                <a:latin typeface="+mj-lt"/>
                <a:cs typeface="Calibri" panose="020F0502020204030204" pitchFamily="34" charset="0"/>
                <a:sym typeface="+mn-ea"/>
              </a:rPr>
              <a:t>User Interface &amp; Notification System</a:t>
            </a:r>
            <a:r>
              <a:rPr lang="en-IN" altLang="en-US" sz="1800" dirty="0">
                <a:latin typeface="+mj-lt"/>
                <a:cs typeface="Calibri" panose="020F0502020204030204" pitchFamily="34" charset="0"/>
                <a:sym typeface="+mn-ea"/>
              </a:rPr>
              <a:t>, base.html, home_page.html</a:t>
            </a:r>
            <a:endParaRPr lang="en-IN" altLang="en-US" sz="1800" dirty="0">
              <a:latin typeface="+mj-lt"/>
              <a:cs typeface="Calibri" panose="020F0502020204030204" pitchFamily="34" charset="0"/>
              <a:sym typeface="+mn-ea"/>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473409"/>
            <a:ext cx="10972800" cy="725731"/>
          </a:xfrm>
        </p:spPr>
        <p:txBody>
          <a:bodyPr wrap="square" anchor="ctr">
            <a:normAutofit/>
          </a:bodyPr>
          <a:lstStyle/>
          <a:p>
            <a:r>
              <a:rPr lang="en-IN" sz="3000" b="1" dirty="0">
                <a:solidFill>
                  <a:srgbClr val="0000FF"/>
                </a:solidFill>
                <a:latin typeface="Calibri" panose="020F0502020204030204" pitchFamily="34" charset="0"/>
                <a:cs typeface="Calibri" panose="020F0502020204030204" pitchFamily="34" charset="0"/>
              </a:rPr>
              <a:t>IMPLEMENTATION DETAILS</a:t>
            </a:r>
            <a:endParaRPr lang="en-IN" sz="3000" b="1" dirty="0">
              <a:solidFill>
                <a:srgbClr val="0000FF"/>
              </a:solidFill>
              <a:latin typeface="Calibri" panose="020F0502020204030204" pitchFamily="34" charset="0"/>
              <a:cs typeface="Calibri" panose="020F0502020204030204" pitchFamily="34" charset="0"/>
            </a:endParaRPr>
          </a:p>
        </p:txBody>
      </p:sp>
      <p:graphicFrame>
        <p:nvGraphicFramePr>
          <p:cNvPr id="3" name="Table 3"/>
          <p:cNvGraphicFramePr>
            <a:graphicFrameLocks noGrp="1"/>
          </p:cNvGraphicFramePr>
          <p:nvPr/>
        </p:nvGraphicFramePr>
        <p:xfrm>
          <a:off x="609600" y="1726831"/>
          <a:ext cx="10972800" cy="4034028"/>
        </p:xfrm>
        <a:graphic>
          <a:graphicData uri="http://schemas.openxmlformats.org/drawingml/2006/table">
            <a:tbl>
              <a:tblPr firstRow="1" bandRow="1">
                <a:tableStyleId>{5940675A-B579-460E-94D1-54222C63F5DA}</a:tableStyleId>
              </a:tblPr>
              <a:tblGrid>
                <a:gridCol w="2743200"/>
                <a:gridCol w="2743200"/>
                <a:gridCol w="2743200"/>
                <a:gridCol w="2743200"/>
              </a:tblGrid>
              <a:tr h="370840">
                <a:tc>
                  <a:txBody>
                    <a:bodyPr/>
                    <a:lstStyle/>
                    <a:p>
                      <a:pPr algn="l"/>
                      <a:r>
                        <a:rPr lang="en-US" b="1" dirty="0"/>
                        <a:t>Sprint #</a:t>
                      </a:r>
                      <a:endParaRPr lang="en-IN" b="1" dirty="0"/>
                    </a:p>
                  </a:txBody>
                  <a:tcPr/>
                </a:tc>
                <a:tc>
                  <a:txBody>
                    <a:bodyPr/>
                    <a:lstStyle/>
                    <a:p>
                      <a:pPr algn="l"/>
                      <a:r>
                        <a:rPr lang="en-US" b="1" dirty="0"/>
                        <a:t>Epic</a:t>
                      </a:r>
                      <a:endParaRPr lang="en-IN" b="1" dirty="0"/>
                    </a:p>
                  </a:txBody>
                  <a:tcPr/>
                </a:tc>
                <a:tc>
                  <a:txBody>
                    <a:bodyPr/>
                    <a:lstStyle/>
                    <a:p>
                      <a:pPr algn="l"/>
                      <a:r>
                        <a:rPr lang="en-US" b="1" dirty="0"/>
                        <a:t>User Story #</a:t>
                      </a:r>
                      <a:endParaRPr lang="en-IN" b="1" dirty="0"/>
                    </a:p>
                  </a:txBody>
                  <a:tcPr/>
                </a:tc>
                <a:tc>
                  <a:txBody>
                    <a:bodyPr/>
                    <a:lstStyle/>
                    <a:p>
                      <a:pPr algn="l"/>
                      <a:r>
                        <a:rPr lang="en-US" b="1" dirty="0"/>
                        <a:t>Remarks on implementation</a:t>
                      </a:r>
                      <a:endParaRPr lang="en-IN" b="1" dirty="0"/>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US" dirty="0"/>
                    </a:p>
                    <a:p>
                      <a:endParaRPr lang="en-IN" dirty="0"/>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US" dirty="0"/>
                    </a:p>
                    <a:p>
                      <a:endParaRPr lang="en-IN" dirty="0"/>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US" dirty="0"/>
                    </a:p>
                    <a:p>
                      <a:endParaRPr lang="en-IN" dirty="0"/>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US" dirty="0"/>
                    </a:p>
                    <a:p>
                      <a:endParaRPr lang="en-IN" dirty="0"/>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US" dirty="0"/>
                    </a:p>
                    <a:p>
                      <a:endParaRPr lang="en-IN" dirty="0"/>
                    </a:p>
                  </a:txBody>
                  <a:tcPr/>
                </a:tc>
              </a:tr>
            </a:tbl>
          </a:graphicData>
        </a:graphic>
      </p:graphicFrame>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b="1" dirty="0">
                <a:solidFill>
                  <a:srgbClr val="0000FF"/>
                </a:solidFill>
                <a:latin typeface="Calibri" panose="020F0502020204030204" pitchFamily="34" charset="0"/>
                <a:cs typeface="Calibri" panose="020F0502020204030204" pitchFamily="34" charset="0"/>
              </a:rPr>
              <a:t>Risk Management</a:t>
            </a:r>
            <a:endParaRPr lang="en-IN" sz="3000" b="1" dirty="0">
              <a:solidFill>
                <a:srgbClr val="0000FF"/>
              </a:solidFill>
              <a:latin typeface="Calibri" panose="020F0502020204030204" pitchFamily="34" charset="0"/>
              <a:cs typeface="Calibri" panose="020F0502020204030204" pitchFamily="34" charset="0"/>
            </a:endParaRPr>
          </a:p>
        </p:txBody>
      </p:sp>
      <p:sp>
        <p:nvSpPr>
          <p:cNvPr id="7" name="Content Placeholder 6"/>
          <p:cNvSpPr>
            <a:spLocks noGrp="1"/>
          </p:cNvSpPr>
          <p:nvPr>
            <p:ph idx="1"/>
          </p:nvPr>
        </p:nvSpPr>
        <p:spPr/>
        <p:txBody>
          <a:bodyPr/>
          <a:lstStyle/>
          <a:p>
            <a:endParaRPr lang="en-IN"/>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b="1" dirty="0">
                <a:solidFill>
                  <a:srgbClr val="0000FF"/>
                </a:solidFill>
                <a:latin typeface="Calibri" panose="020F0502020204030204" pitchFamily="34" charset="0"/>
                <a:cs typeface="Calibri" panose="020F0502020204030204" pitchFamily="34" charset="0"/>
              </a:rPr>
              <a:t>Test Log Report</a:t>
            </a:r>
            <a:endParaRPr lang="en-IN" sz="3000" b="1" dirty="0">
              <a:solidFill>
                <a:srgbClr val="0000FF"/>
              </a:solidFill>
              <a:latin typeface="Calibri" panose="020F0502020204030204" pitchFamily="34" charset="0"/>
              <a:cs typeface="Calibri" panose="020F0502020204030204" pitchFamily="34" charset="0"/>
            </a:endParaRPr>
          </a:p>
        </p:txBody>
      </p:sp>
      <p:sp>
        <p:nvSpPr>
          <p:cNvPr id="7" name="Content Placeholder 6"/>
          <p:cNvSpPr>
            <a:spLocks noGrp="1"/>
          </p:cNvSpPr>
          <p:nvPr>
            <p:ph idx="1"/>
          </p:nvPr>
        </p:nvSpPr>
        <p:spPr/>
        <p:txBody>
          <a:bodyPr/>
          <a:lstStyle/>
          <a:p>
            <a:endParaRPr lang="en-IN"/>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rgbClr val="0000FF"/>
                </a:solidFill>
                <a:latin typeface="Calibri" panose="020F0502020204030204" pitchFamily="34" charset="0"/>
                <a:cs typeface="Calibri" panose="020F0502020204030204" pitchFamily="34" charset="0"/>
                <a:sym typeface="+mn-ea"/>
              </a:rPr>
              <a:t>SCREENSHOTS OF RESERVATION MODULE BACKEND</a:t>
            </a:r>
            <a:endParaRPr lang="en-US"/>
          </a:p>
        </p:txBody>
      </p:sp>
      <p:pic>
        <p:nvPicPr>
          <p:cNvPr id="4" name="Picture 3"/>
          <p:cNvPicPr>
            <a:picLocks noChangeAspect="1"/>
          </p:cNvPicPr>
          <p:nvPr/>
        </p:nvPicPr>
        <p:blipFill>
          <a:blip r:embed="rId1"/>
          <a:stretch>
            <a:fillRect/>
          </a:stretch>
        </p:blipFill>
        <p:spPr>
          <a:xfrm>
            <a:off x="1518920" y="1195070"/>
            <a:ext cx="9153525" cy="4467225"/>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609600" y="361537"/>
            <a:ext cx="10972800" cy="685800"/>
          </a:xfrm>
        </p:spPr>
        <p:txBody>
          <a:bodyPr/>
          <a:lstStyle/>
          <a:p>
            <a:r>
              <a:rPr lang="en-IN" sz="3000" b="1" dirty="0">
                <a:solidFill>
                  <a:srgbClr val="0000FF"/>
                </a:solidFill>
                <a:latin typeface="Calibri" panose="020F0502020204030204" pitchFamily="34" charset="0"/>
                <a:cs typeface="Calibri" panose="020F0502020204030204" pitchFamily="34" charset="0"/>
              </a:rPr>
              <a:t>SCREENSHOTS OF RESERVATION MODULE</a:t>
            </a:r>
            <a:endParaRPr lang="en-IN" sz="3000" b="1" dirty="0">
              <a:solidFill>
                <a:srgbClr val="0000FF"/>
              </a:solidFill>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0" y="1963420"/>
            <a:ext cx="12192000" cy="307530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20436"/>
            <a:ext cx="10972800" cy="894608"/>
          </a:xfrm>
        </p:spPr>
        <p:txBody>
          <a:bodyPr/>
          <a:lstStyle/>
          <a:p>
            <a:r>
              <a:rPr lang="en-IN" sz="2800" b="1" dirty="0">
                <a:solidFill>
                  <a:srgbClr val="0000FF"/>
                </a:solidFill>
                <a:latin typeface="Calibri" panose="020F0502020204030204" pitchFamily="34" charset="0"/>
                <a:cs typeface="Calibri" panose="020F0502020204030204" pitchFamily="34" charset="0"/>
              </a:rPr>
              <a:t>WORKING WITH JIRA</a:t>
            </a:r>
            <a:br>
              <a:rPr lang="en-IN" sz="2800" b="1" dirty="0">
                <a:solidFill>
                  <a:srgbClr val="0000FF"/>
                </a:solidFill>
                <a:latin typeface="Calibri" panose="020F0502020204030204" pitchFamily="34" charset="0"/>
                <a:cs typeface="Calibri" panose="020F0502020204030204" pitchFamily="34" charset="0"/>
              </a:rPr>
            </a:br>
            <a:r>
              <a:rPr lang="en-IN" sz="2800" b="1" dirty="0">
                <a:solidFill>
                  <a:schemeClr val="tx1"/>
                </a:solidFill>
                <a:latin typeface="Calibri" panose="020F0502020204030204" pitchFamily="34" charset="0"/>
                <a:cs typeface="Calibri" panose="020F0502020204030204" pitchFamily="34" charset="0"/>
              </a:rPr>
              <a:t>SPRINT 1#</a:t>
            </a:r>
            <a:endParaRPr lang="en-IN" sz="2800" b="1" dirty="0">
              <a:solidFill>
                <a:schemeClr val="tx1"/>
              </a:solidFill>
              <a:latin typeface="Calibri" panose="020F0502020204030204" pitchFamily="34" charset="0"/>
              <a:cs typeface="Calibri" panose="020F0502020204030204" pitchFamily="34" charset="0"/>
            </a:endParaRPr>
          </a:p>
        </p:txBody>
      </p:sp>
      <p:sp>
        <p:nvSpPr>
          <p:cNvPr id="3" name="Text Box 2"/>
          <p:cNvSpPr txBox="1"/>
          <p:nvPr/>
        </p:nvSpPr>
        <p:spPr>
          <a:xfrm>
            <a:off x="1137285" y="1224280"/>
            <a:ext cx="9928860" cy="4664710"/>
          </a:xfrm>
          <a:prstGeom prst="rect">
            <a:avLst/>
          </a:prstGeom>
        </p:spPr>
        <p:txBody>
          <a:bodyPr>
            <a:noAutofit/>
          </a:bodyPr>
          <a:p>
            <a:pPr>
              <a:spcAft>
                <a:spcPct val="60000"/>
              </a:spcAft>
            </a:pPr>
            <a:r>
              <a:rPr lang="en-IN" sz="2300" b="1"/>
              <a:t>Goal: </a:t>
            </a:r>
            <a:r>
              <a:rPr lang="en-IN" sz="2300"/>
              <a:t>Develop core reservation system and backend functionality.</a:t>
            </a:r>
            <a:endParaRPr lang="en-IN" sz="2300"/>
          </a:p>
          <a:p>
            <a:pPr>
              <a:spcAft>
                <a:spcPct val="60000"/>
              </a:spcAft>
            </a:pPr>
            <a:r>
              <a:rPr lang="en-IN" sz="2300" b="1"/>
              <a:t>Duration: </a:t>
            </a:r>
            <a:r>
              <a:rPr lang="en-IN" sz="2300"/>
              <a:t>1-2 weeks</a:t>
            </a:r>
            <a:endParaRPr lang="en-IN" sz="2300"/>
          </a:p>
          <a:p>
            <a:pPr>
              <a:spcAft>
                <a:spcPct val="60000"/>
              </a:spcAft>
            </a:pPr>
            <a:r>
              <a:rPr lang="en-IN" sz="2300" b="1"/>
              <a:t>Contributions:</a:t>
            </a:r>
            <a:endParaRPr lang="en-IN" sz="2300" b="1"/>
          </a:p>
          <a:p>
            <a:pPr>
              <a:spcAft>
                <a:spcPct val="60000"/>
              </a:spcAft>
            </a:pPr>
            <a:r>
              <a:rPr lang="en-IN" sz="2300" b="1"/>
              <a:t>Sahana S - </a:t>
            </a:r>
            <a:r>
              <a:rPr lang="en-US" altLang="en-US" sz="2300"/>
              <a:t>(C Backend – Reservation Engine)</a:t>
            </a:r>
            <a:r>
              <a:rPr lang="en-IN" altLang="en-US" sz="2300"/>
              <a:t>: </a:t>
            </a:r>
            <a:r>
              <a:rPr lang="en-US" altLang="en-US" sz="2300"/>
              <a:t>Implemented table reservation logic (reserve())</a:t>
            </a:r>
            <a:r>
              <a:rPr lang="en-IN" altLang="en-US" sz="2300"/>
              <a:t>, g</a:t>
            </a:r>
            <a:r>
              <a:rPr lang="en-US" altLang="en-US" sz="2300"/>
              <a:t>enerated unique booking ID</a:t>
            </a:r>
            <a:r>
              <a:rPr lang="en-IN" altLang="en-US" sz="2300"/>
              <a:t> and s</a:t>
            </a:r>
            <a:r>
              <a:rPr lang="en-US" altLang="en-US" sz="2300"/>
              <a:t>tored reservation details in file system (reservations.txt)</a:t>
            </a:r>
            <a:endParaRPr lang="en-US" altLang="en-US" sz="2300"/>
          </a:p>
          <a:p>
            <a:pPr>
              <a:spcAft>
                <a:spcPct val="60000"/>
              </a:spcAft>
            </a:pPr>
            <a:r>
              <a:rPr lang="en-IN" altLang="en-US" sz="2300" b="1"/>
              <a:t>Sakthi V - </a:t>
            </a:r>
            <a:r>
              <a:rPr lang="en-US" altLang="en-US" sz="2300"/>
              <a:t>(C Backend – Cancellation System)</a:t>
            </a:r>
            <a:r>
              <a:rPr lang="en-IN" altLang="en-US" sz="2300"/>
              <a:t>: </a:t>
            </a:r>
            <a:r>
              <a:rPr lang="en-US" altLang="en-US" sz="2300"/>
              <a:t>Developed cancellation functionality (cancel())</a:t>
            </a:r>
            <a:r>
              <a:rPr lang="en-IN" altLang="en-US" sz="2300"/>
              <a:t>, i</a:t>
            </a:r>
            <a:r>
              <a:rPr lang="en-US" altLang="en-US" sz="2300"/>
              <a:t>mplemented safe file update using temporary file handling</a:t>
            </a:r>
            <a:r>
              <a:rPr lang="en-IN" altLang="en-US" sz="2300"/>
              <a:t> </a:t>
            </a:r>
            <a:endParaRPr lang="en-US" altLang="en-US" sz="230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rgbClr val="0000FF"/>
                </a:solidFill>
                <a:latin typeface="Calibri" panose="020F0502020204030204" pitchFamily="34" charset="0"/>
                <a:cs typeface="Calibri" panose="020F0502020204030204" pitchFamily="34" charset="0"/>
                <a:sym typeface="+mn-ea"/>
              </a:rPr>
              <a:t>WORKING WITH JIRA</a:t>
            </a:r>
            <a:br>
              <a:rPr lang="en-IN" b="1" dirty="0">
                <a:solidFill>
                  <a:srgbClr val="0000FF"/>
                </a:solidFill>
                <a:latin typeface="Calibri" panose="020F0502020204030204" pitchFamily="34" charset="0"/>
                <a:cs typeface="Calibri" panose="020F0502020204030204" pitchFamily="34" charset="0"/>
                <a:sym typeface="+mn-ea"/>
              </a:rPr>
            </a:br>
            <a:r>
              <a:rPr lang="en-IN" b="1" dirty="0">
                <a:solidFill>
                  <a:schemeClr val="tx1"/>
                </a:solidFill>
                <a:latin typeface="Calibri" panose="020F0502020204030204" pitchFamily="34" charset="0"/>
                <a:cs typeface="Calibri" panose="020F0502020204030204" pitchFamily="34" charset="0"/>
                <a:sym typeface="+mn-ea"/>
              </a:rPr>
              <a:t>SPRINT 1#</a:t>
            </a:r>
            <a:endParaRPr lang="en-IN" altLang="en-US"/>
          </a:p>
        </p:txBody>
      </p:sp>
      <p:sp>
        <p:nvSpPr>
          <p:cNvPr id="3" name="Text Box 2"/>
          <p:cNvSpPr txBox="1"/>
          <p:nvPr/>
        </p:nvSpPr>
        <p:spPr>
          <a:xfrm>
            <a:off x="1137285" y="1224280"/>
            <a:ext cx="9928860" cy="4664710"/>
          </a:xfrm>
          <a:prstGeom prst="rect">
            <a:avLst/>
          </a:prstGeom>
        </p:spPr>
        <p:txBody>
          <a:bodyPr>
            <a:noAutofit/>
          </a:bodyPr>
          <a:p>
            <a:pPr>
              <a:spcAft>
                <a:spcPct val="60000"/>
              </a:spcAft>
            </a:pPr>
            <a:r>
              <a:rPr lang="en-IN" sz="2300" b="1"/>
              <a:t>Contributions:</a:t>
            </a:r>
            <a:endParaRPr lang="en-IN" sz="2300" b="1"/>
          </a:p>
          <a:p>
            <a:pPr>
              <a:spcAft>
                <a:spcPct val="60000"/>
              </a:spcAft>
            </a:pPr>
            <a:r>
              <a:rPr lang="en-IN" sz="2300" b="1"/>
              <a:t>Saketh Ram S - </a:t>
            </a:r>
            <a:r>
              <a:rPr lang="en-US" altLang="en-US" sz="2300"/>
              <a:t>Flask Backend – </a:t>
            </a:r>
            <a:r>
              <a:rPr lang="en-IN" altLang="en-US" sz="2300"/>
              <a:t>(</a:t>
            </a:r>
            <a:r>
              <a:rPr lang="en-US" altLang="en-US" sz="2300"/>
              <a:t>Integration Layer)</a:t>
            </a:r>
            <a:r>
              <a:rPr lang="en-IN" altLang="en-US" sz="2300"/>
              <a:t>: </a:t>
            </a:r>
            <a:r>
              <a:rPr lang="en-US" altLang="en-US" sz="2300"/>
              <a:t>Created Flask project structure (</a:t>
            </a:r>
            <a:r>
              <a:rPr lang="en-IN" altLang="en-US" sz="2300"/>
              <a:t>FLASK_FOR_HOTEL</a:t>
            </a:r>
            <a:r>
              <a:rPr lang="en-US" altLang="en-US" sz="2300"/>
              <a:t>.py)</a:t>
            </a:r>
            <a:r>
              <a:rPr lang="en-IN" altLang="en-US" sz="2300"/>
              <a:t>, d</a:t>
            </a:r>
            <a:r>
              <a:rPr lang="en-US" altLang="en-US" sz="2300"/>
              <a:t>eveloped basic routes for reserve and cancel</a:t>
            </a:r>
            <a:r>
              <a:rPr lang="en-IN" altLang="en-US" sz="2300"/>
              <a:t> and c</a:t>
            </a:r>
            <a:r>
              <a:rPr lang="en-US" altLang="en-US" sz="2300"/>
              <a:t>onnected Flask with C backend using subprocess</a:t>
            </a:r>
            <a:r>
              <a:rPr lang="en-IN" altLang="en-US" sz="2300"/>
              <a:t>.</a:t>
            </a:r>
            <a:endParaRPr lang="en-US" altLang="en-US" sz="2300"/>
          </a:p>
          <a:p>
            <a:pPr>
              <a:spcAft>
                <a:spcPct val="60000"/>
              </a:spcAft>
            </a:pPr>
            <a:r>
              <a:rPr lang="en-IN" altLang="en-US" sz="2300" b="1"/>
              <a:t>Sanjay S - </a:t>
            </a:r>
            <a:r>
              <a:rPr lang="en-US" altLang="en-US" sz="2300"/>
              <a:t>(UI Module)</a:t>
            </a:r>
            <a:r>
              <a:rPr lang="en-IN" altLang="en-US" sz="2300"/>
              <a:t>: </a:t>
            </a:r>
            <a:r>
              <a:rPr lang="en-IN" sz="2300"/>
              <a:t>Created initial HTML pages (base.html, home_page.html), designed base layout and initial styling of UI setup.</a:t>
            </a:r>
            <a:endParaRPr lang="en-IN" sz="2300"/>
          </a:p>
          <a:p>
            <a:pPr>
              <a:spcAft>
                <a:spcPct val="60000"/>
              </a:spcAft>
            </a:pPr>
            <a:r>
              <a:rPr lang="en-IN" sz="2300" b="1"/>
              <a:t>OUTPUT: </a:t>
            </a:r>
            <a:r>
              <a:rPr lang="en-IN" sz="2300"/>
              <a:t>Functional C backend, Basic Flask integration and initial UI structure.</a:t>
            </a:r>
            <a:endParaRPr lang="en-IN" sz="230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rgbClr val="0000FF"/>
                </a:solidFill>
                <a:latin typeface="Calibri" panose="020F0502020204030204" pitchFamily="34" charset="0"/>
                <a:cs typeface="Calibri" panose="020F0502020204030204" pitchFamily="34" charset="0"/>
                <a:sym typeface="+mn-ea"/>
              </a:rPr>
              <a:t>WORKING WITH JIRA</a:t>
            </a:r>
            <a:br>
              <a:rPr lang="en-IN" b="1" dirty="0">
                <a:solidFill>
                  <a:srgbClr val="0000FF"/>
                </a:solidFill>
                <a:latin typeface="Calibri" panose="020F0502020204030204" pitchFamily="34" charset="0"/>
                <a:cs typeface="Calibri" panose="020F0502020204030204" pitchFamily="34" charset="0"/>
                <a:sym typeface="+mn-ea"/>
              </a:rPr>
            </a:br>
            <a:r>
              <a:rPr lang="en-IN" b="1" dirty="0">
                <a:solidFill>
                  <a:schemeClr val="tx1"/>
                </a:solidFill>
                <a:latin typeface="Calibri" panose="020F0502020204030204" pitchFamily="34" charset="0"/>
                <a:cs typeface="Calibri" panose="020F0502020204030204" pitchFamily="34" charset="0"/>
                <a:sym typeface="+mn-ea"/>
              </a:rPr>
              <a:t>SPRINT 2#</a:t>
            </a:r>
            <a:endParaRPr lang="en-US"/>
          </a:p>
        </p:txBody>
      </p:sp>
      <p:sp>
        <p:nvSpPr>
          <p:cNvPr id="3" name="Text Box 2"/>
          <p:cNvSpPr txBox="1"/>
          <p:nvPr/>
        </p:nvSpPr>
        <p:spPr>
          <a:xfrm>
            <a:off x="1137285" y="1226185"/>
            <a:ext cx="9928860" cy="4664710"/>
          </a:xfrm>
          <a:prstGeom prst="rect">
            <a:avLst/>
          </a:prstGeom>
        </p:spPr>
        <p:txBody>
          <a:bodyPr>
            <a:noAutofit/>
          </a:bodyPr>
          <a:p>
            <a:pPr>
              <a:spcAft>
                <a:spcPct val="60000"/>
              </a:spcAft>
            </a:pPr>
            <a:r>
              <a:rPr lang="en-IN" sz="2300" b="1"/>
              <a:t>Goal: </a:t>
            </a:r>
            <a:r>
              <a:rPr lang="en-US" altLang="en-US" sz="2300"/>
              <a:t>To improve UI, complete frontend system, and finalize full integration with notifications</a:t>
            </a:r>
            <a:endParaRPr lang="en-US" altLang="en-US" sz="2300"/>
          </a:p>
          <a:p>
            <a:pPr>
              <a:spcAft>
                <a:spcPct val="60000"/>
              </a:spcAft>
            </a:pPr>
            <a:r>
              <a:rPr lang="en-IN" sz="2300" b="1"/>
              <a:t>Duration: </a:t>
            </a:r>
            <a:r>
              <a:rPr lang="en-IN" sz="2300"/>
              <a:t>1 week</a:t>
            </a:r>
            <a:endParaRPr lang="en-IN" sz="2300"/>
          </a:p>
          <a:p>
            <a:pPr>
              <a:spcAft>
                <a:spcPct val="60000"/>
              </a:spcAft>
            </a:pPr>
            <a:r>
              <a:rPr lang="en-IN" sz="2300" b="1"/>
              <a:t>Contributions:</a:t>
            </a:r>
            <a:endParaRPr lang="en-IN" sz="2300" b="1"/>
          </a:p>
          <a:p>
            <a:pPr>
              <a:spcAft>
                <a:spcPct val="60000"/>
              </a:spcAft>
            </a:pPr>
            <a:r>
              <a:rPr lang="en-IN" sz="2300" b="1"/>
              <a:t>Sahana S - </a:t>
            </a:r>
            <a:r>
              <a:rPr lang="en-US" altLang="en-US" sz="2300"/>
              <a:t>Improved reservation logic stability</a:t>
            </a:r>
            <a:r>
              <a:rPr lang="en-IN" altLang="en-US" sz="2300"/>
              <a:t>, f</a:t>
            </a:r>
            <a:r>
              <a:rPr lang="en-US" altLang="en-US" sz="2300"/>
              <a:t>ixed table allocation edge cases</a:t>
            </a:r>
            <a:r>
              <a:rPr lang="en-IN" altLang="en-US" sz="2300"/>
              <a:t>.</a:t>
            </a:r>
            <a:endParaRPr lang="en-US" altLang="en-US" sz="2300" b="1"/>
          </a:p>
          <a:p>
            <a:pPr>
              <a:spcAft>
                <a:spcPct val="60000"/>
              </a:spcAft>
            </a:pPr>
            <a:r>
              <a:rPr lang="en-IN" altLang="en-US" sz="2300" b="1"/>
              <a:t>Sakthi V - </a:t>
            </a:r>
            <a:r>
              <a:rPr lang="en-US" altLang="en-US" sz="2300"/>
              <a:t>Enhanced cancellation reliability</a:t>
            </a:r>
            <a:r>
              <a:rPr lang="en-IN" altLang="en-US" sz="2300"/>
              <a:t>, i</a:t>
            </a:r>
            <a:r>
              <a:rPr lang="en-US" altLang="en-US" sz="2300"/>
              <a:t>mproved file consistency handling</a:t>
            </a:r>
            <a:endParaRPr lang="en-US" altLang="en-US" sz="230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rgbClr val="0000FF"/>
                </a:solidFill>
                <a:latin typeface="Calibri" panose="020F0502020204030204" pitchFamily="34" charset="0"/>
                <a:cs typeface="Calibri" panose="020F0502020204030204" pitchFamily="34" charset="0"/>
                <a:sym typeface="+mn-ea"/>
              </a:rPr>
              <a:t>WORKING WITH JIRA</a:t>
            </a:r>
            <a:br>
              <a:rPr lang="en-IN" b="1" dirty="0">
                <a:solidFill>
                  <a:srgbClr val="0000FF"/>
                </a:solidFill>
                <a:latin typeface="Calibri" panose="020F0502020204030204" pitchFamily="34" charset="0"/>
                <a:cs typeface="Calibri" panose="020F0502020204030204" pitchFamily="34" charset="0"/>
                <a:sym typeface="+mn-ea"/>
              </a:rPr>
            </a:br>
            <a:r>
              <a:rPr lang="en-IN" b="1" dirty="0">
                <a:solidFill>
                  <a:schemeClr val="tx1"/>
                </a:solidFill>
                <a:latin typeface="Calibri" panose="020F0502020204030204" pitchFamily="34" charset="0"/>
                <a:cs typeface="Calibri" panose="020F0502020204030204" pitchFamily="34" charset="0"/>
                <a:sym typeface="+mn-ea"/>
              </a:rPr>
              <a:t>SPRINT 2#</a:t>
            </a:r>
            <a:endParaRPr lang="en-US"/>
          </a:p>
        </p:txBody>
      </p:sp>
      <p:sp>
        <p:nvSpPr>
          <p:cNvPr id="3" name="Text Box 2"/>
          <p:cNvSpPr txBox="1"/>
          <p:nvPr/>
        </p:nvSpPr>
        <p:spPr>
          <a:xfrm>
            <a:off x="1137285" y="1224280"/>
            <a:ext cx="9928860" cy="4664710"/>
          </a:xfrm>
          <a:prstGeom prst="rect">
            <a:avLst/>
          </a:prstGeom>
        </p:spPr>
        <p:txBody>
          <a:bodyPr>
            <a:noAutofit/>
          </a:bodyPr>
          <a:p>
            <a:pPr>
              <a:spcAft>
                <a:spcPct val="60000"/>
              </a:spcAft>
            </a:pPr>
            <a:r>
              <a:rPr lang="en-IN" sz="2300" b="1"/>
              <a:t>Contributions:</a:t>
            </a:r>
            <a:endParaRPr lang="en-IN" sz="2300" b="1"/>
          </a:p>
          <a:p>
            <a:pPr>
              <a:spcAft>
                <a:spcPct val="60000"/>
              </a:spcAft>
            </a:pPr>
            <a:r>
              <a:rPr lang="en-IN" sz="2300" b="1"/>
              <a:t>Saketh Ram S - </a:t>
            </a:r>
            <a:r>
              <a:rPr lang="en-US" altLang="en-US" sz="2300"/>
              <a:t>Completed Flask routes:</a:t>
            </a:r>
            <a:r>
              <a:rPr lang="en-IN" altLang="en-US" sz="2300"/>
              <a:t> </a:t>
            </a:r>
            <a:r>
              <a:rPr lang="en-US" altLang="en-US" sz="2300"/>
              <a:t>booking display page</a:t>
            </a:r>
            <a:r>
              <a:rPr lang="en-IN" altLang="en-US" sz="2300"/>
              <a:t>, </a:t>
            </a:r>
            <a:r>
              <a:rPr lang="en-US" altLang="en-US" sz="2300"/>
              <a:t>reservation confirmation flow</a:t>
            </a:r>
            <a:r>
              <a:rPr lang="en-IN" altLang="en-US" sz="2300"/>
              <a:t>, i</a:t>
            </a:r>
            <a:r>
              <a:rPr lang="en-US" altLang="en-US" sz="2300"/>
              <a:t>ntegrated subprocess output handling (booking ID display)</a:t>
            </a:r>
            <a:r>
              <a:rPr lang="en-IN" altLang="en-US" sz="2300"/>
              <a:t>, and a</a:t>
            </a:r>
            <a:r>
              <a:rPr lang="en-US" altLang="en-US" sz="2300"/>
              <a:t>dded session flow improvements</a:t>
            </a:r>
            <a:endParaRPr lang="en-US" altLang="en-US" sz="2300"/>
          </a:p>
          <a:p>
            <a:pPr>
              <a:spcAft>
                <a:spcPct val="60000"/>
              </a:spcAft>
            </a:pPr>
            <a:r>
              <a:rPr lang="en-IN" altLang="en-US" sz="2300" b="1"/>
              <a:t>Sanjay S - </a:t>
            </a:r>
            <a:r>
              <a:rPr lang="en-US" altLang="en-US" sz="2300"/>
              <a:t>Fixed UI alignment issues</a:t>
            </a:r>
            <a:r>
              <a:rPr lang="en-IN" altLang="en-US" sz="2300"/>
              <a:t>, f</a:t>
            </a:r>
            <a:r>
              <a:rPr lang="en-US" altLang="en-US" sz="2300"/>
              <a:t>ixed dark mode datepicker visibility issue</a:t>
            </a:r>
            <a:r>
              <a:rPr lang="en-IN" altLang="en-US" sz="2300"/>
              <a:t>. Also a</a:t>
            </a:r>
            <a:r>
              <a:rPr lang="en-US" altLang="en-US" sz="2300"/>
              <a:t>dded Flask-Mail email notifications:</a:t>
            </a:r>
            <a:r>
              <a:rPr lang="en-IN" altLang="en-US" sz="2300"/>
              <a:t> b</a:t>
            </a:r>
            <a:r>
              <a:rPr lang="en-US" altLang="en-US" sz="2300"/>
              <a:t>ooking confirmation email</a:t>
            </a:r>
            <a:r>
              <a:rPr lang="en-IN" altLang="en-US" sz="2300"/>
              <a:t>, c</a:t>
            </a:r>
            <a:r>
              <a:rPr lang="en-US" altLang="en-US" sz="2300"/>
              <a:t>ancellation email</a:t>
            </a:r>
            <a:endParaRPr lang="en-US" altLang="en-US" sz="2300"/>
          </a:p>
          <a:p>
            <a:pPr>
              <a:spcAft>
                <a:spcPct val="60000"/>
              </a:spcAft>
            </a:pPr>
            <a:r>
              <a:rPr lang="en-IN" altLang="en-US" sz="2300" b="1"/>
              <a:t>OUTPUT: </a:t>
            </a:r>
            <a:r>
              <a:rPr lang="en-IN" altLang="en-US" sz="2300"/>
              <a:t>Fully working reservation system, Complete UI, Email notification system, final integration.</a:t>
            </a:r>
            <a:endParaRPr lang="en-IN" altLang="en-US" sz="230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solidFill>
                  <a:srgbClr val="0000FF"/>
                </a:solidFill>
                <a:latin typeface="Calibri" panose="020F0502020204030204" pitchFamily="34" charset="0"/>
                <a:cs typeface="Calibri" panose="020F0502020204030204" pitchFamily="34" charset="0"/>
              </a:rPr>
              <a:t>MEETING NOTES</a:t>
            </a:r>
            <a:endParaRPr lang="en-IN" sz="2800" b="1" dirty="0">
              <a:solidFill>
                <a:srgbClr val="0000FF"/>
              </a:solidFill>
              <a:latin typeface="Calibri" panose="020F0502020204030204" pitchFamily="34" charset="0"/>
              <a:cs typeface="Calibri" panose="020F0502020204030204" pitchFamily="34" charset="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21911"/>
            <a:ext cx="10972800" cy="685800"/>
          </a:xfrm>
        </p:spPr>
        <p:txBody>
          <a:bodyPr/>
          <a:lstStyle/>
          <a:p>
            <a:r>
              <a:rPr lang="en-US" b="1" dirty="0">
                <a:solidFill>
                  <a:srgbClr val="0000FF"/>
                </a:solidFill>
                <a:latin typeface="Calbri"/>
              </a:rPr>
              <a:t>CREATING REPOSITORY</a:t>
            </a:r>
            <a:endParaRPr lang="en-IN" b="1" dirty="0">
              <a:solidFill>
                <a:srgbClr val="0000FF"/>
              </a:solidFill>
              <a:latin typeface="Calbri"/>
            </a:endParaRPr>
          </a:p>
        </p:txBody>
      </p:sp>
      <p:sp>
        <p:nvSpPr>
          <p:cNvPr id="5" name="TextBox 4"/>
          <p:cNvSpPr txBox="1"/>
          <p:nvPr/>
        </p:nvSpPr>
        <p:spPr>
          <a:xfrm flipH="1">
            <a:off x="1520460" y="1007711"/>
            <a:ext cx="8107681" cy="451790"/>
          </a:xfrm>
          <a:prstGeom prst="rect">
            <a:avLst/>
          </a:prstGeom>
          <a:noFill/>
        </p:spPr>
        <p:txBody>
          <a:bodyPr wrap="square" rtlCol="0">
            <a:spAutoFit/>
          </a:bodyPr>
          <a:lstStyle/>
          <a:p>
            <a:pPr>
              <a:lnSpc>
                <a:spcPct val="150000"/>
              </a:lnSpc>
            </a:pPr>
            <a:r>
              <a:rPr lang="en-US" dirty="0"/>
              <a:t>Code integrated with JIRA tool using bit bucket</a:t>
            </a:r>
            <a:endParaRPr lang="en-US"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0"/>
            <a:ext cx="10363200" cy="1470025"/>
          </a:xfrm>
        </p:spPr>
        <p:txBody>
          <a:bodyPr wrap="square" anchor="ctr">
            <a:normAutofit/>
          </a:bodyPr>
          <a:lstStyle/>
          <a:p>
            <a:r>
              <a:rPr lang="en-IN" b="1" dirty="0">
                <a:solidFill>
                  <a:srgbClr val="0000FF"/>
                </a:solidFill>
                <a:latin typeface="Calbri"/>
              </a:rPr>
              <a:t>FEEDBACK FROM CLIENT</a:t>
            </a:r>
            <a:endParaRPr lang="en-IN" b="1" dirty="0">
              <a:solidFill>
                <a:srgbClr val="0000FF"/>
              </a:solidFill>
              <a:latin typeface="Calbri"/>
            </a:endParaRPr>
          </a:p>
        </p:txBody>
      </p:sp>
      <p:sp>
        <p:nvSpPr>
          <p:cNvPr id="4" name="Subtitle 3"/>
          <p:cNvSpPr>
            <a:spLocks noGrp="1"/>
          </p:cNvSpPr>
          <p:nvPr>
            <p:ph type="subTitle" idx="1"/>
          </p:nvPr>
        </p:nvSpPr>
        <p:spPr/>
        <p:txBody>
          <a:bodyPr/>
          <a:lstStyle/>
          <a:p>
            <a:endParaRPr lang="en-IN"/>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53904"/>
            <a:ext cx="10972800" cy="685800"/>
          </a:xfrm>
        </p:spPr>
        <p:txBody>
          <a:bodyPr/>
          <a:lstStyle/>
          <a:p>
            <a:r>
              <a:rPr lang="en-IN" b="1" dirty="0">
                <a:solidFill>
                  <a:srgbClr val="0000FF"/>
                </a:solidFill>
                <a:latin typeface="Calbri"/>
              </a:rPr>
              <a:t>REFERENCES</a:t>
            </a:r>
            <a:endParaRPr lang="en-IN" b="1" dirty="0">
              <a:solidFill>
                <a:srgbClr val="0000FF"/>
              </a:solidFill>
              <a:latin typeface="Calbri"/>
            </a:endParaRPr>
          </a:p>
        </p:txBody>
      </p:sp>
      <p:sp>
        <p:nvSpPr>
          <p:cNvPr id="3" name="Content Placeholder 2"/>
          <p:cNvSpPr>
            <a:spLocks noGrp="1"/>
          </p:cNvSpPr>
          <p:nvPr>
            <p:ph idx="1"/>
          </p:nvPr>
        </p:nvSpPr>
        <p:spPr>
          <a:xfrm>
            <a:off x="1683025" y="1260552"/>
            <a:ext cx="8833811" cy="3192177"/>
          </a:xfrm>
        </p:spPr>
        <p:txBody>
          <a:bodyPr/>
          <a:lstStyle/>
          <a:p>
            <a:pPr algn="just"/>
            <a:endParaRPr lang="en-IN" dirty="0">
              <a:solidFill>
                <a:srgbClr val="FF0000"/>
              </a:solidFill>
              <a:latin typeface="+mj-lt"/>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3723" y="2505670"/>
            <a:ext cx="4864554" cy="923330"/>
          </a:xfrm>
          <a:prstGeom prst="rect">
            <a:avLst/>
          </a:prstGeom>
          <a:noFill/>
        </p:spPr>
        <p:txBody>
          <a:bodyPr wrap="square" rtlCol="0">
            <a:spAutoFit/>
          </a:bodyPr>
          <a:lstStyle/>
          <a:p>
            <a:r>
              <a:rPr lang="en-IN" sz="5400" b="1" dirty="0">
                <a:solidFill>
                  <a:srgbClr val="0000FF"/>
                </a:solidFill>
              </a:rPr>
              <a:t>Thank You!</a:t>
            </a:r>
            <a:endParaRPr lang="en-IN" sz="5400" b="1" dirty="0">
              <a:solidFill>
                <a:srgbClr val="0000FF"/>
              </a:solidFill>
            </a:endParaRPr>
          </a:p>
        </p:txBody>
      </p:sp>
    </p:spTree>
  </p:cSld>
  <p:clrMapOvr>
    <a:masterClrMapping/>
  </p:clrMapOvr>
  <p:transition>
    <p:fade/>
  </p:transition>
</p:sld>
</file>

<file path=ppt/theme/theme1.xml><?xml version="1.0" encoding="utf-8"?>
<a:theme xmlns:a="http://schemas.openxmlformats.org/drawingml/2006/main" name="IT6006U3LS02Filtering_Streams">
  <a:themeElements>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fontScheme name="Custom 1">
      <a:majorFont>
        <a:latin typeface="Verdana"/>
        <a:ea typeface="MS PGothic"/>
        <a:cs typeface=""/>
      </a:majorFont>
      <a:minorFont>
        <a:latin typeface="Verdana"/>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Times New Roman" panose="02020603050405020304" pitchFamily="18" charset="0"/>
            <a:ea typeface="MS PGothic"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Times New Roman" panose="02020603050405020304" pitchFamily="18" charset="0"/>
            <a:ea typeface="MS PGothic" panose="020B0600070205080204" pitchFamily="34" charset="-128"/>
          </a:defRPr>
        </a:defPPr>
      </a:lstStyle>
    </a:lnDef>
  </a:objectDefaults>
  <a:extraClrSchemeLst>
    <a:extraClrScheme>
      <a:clrScheme name="1_Heartbeat Review 9 May'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Heartbeat Review 9 May'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Heartbeat Review 9 May'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Heartbeat Review 9 May'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Heartbeat Review 9 May'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Heartbeat Review 9 May'0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Heartbeat Review 9 May'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Heartbeat Review 9 May'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Heartbeat Review 9 May'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Heartbeat Review 9 May'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Heartbeat Review 9 May'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Heartbeat Review 9 May'06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14">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CC"/>
        </a:folHlink>
      </a:clrScheme>
      <a:clrMap bg1="lt1" tx1="dk1" bg2="lt2" tx2="dk2" accent1="accent1" accent2="accent2" accent3="accent3" accent4="accent4" accent5="accent5" accent6="accent6" hlink="hlink" folHlink="folHlink"/>
    </a:extraClrScheme>
    <a:extraClrScheme>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5481</Words>
  <Application>WPS Presentation</Application>
  <PresentationFormat>Widescreen</PresentationFormat>
  <Paragraphs>170</Paragraphs>
  <Slides>26</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26</vt:i4>
      </vt:variant>
    </vt:vector>
  </HeadingPairs>
  <TitlesOfParts>
    <vt:vector size="39" baseType="lpstr">
      <vt:lpstr>Arial</vt:lpstr>
      <vt:lpstr>SimSun</vt:lpstr>
      <vt:lpstr>Wingdings</vt:lpstr>
      <vt:lpstr>Verdana</vt:lpstr>
      <vt:lpstr>MS PGothic</vt:lpstr>
      <vt:lpstr>Times New Roman</vt:lpstr>
      <vt:lpstr>-apple-system</vt:lpstr>
      <vt:lpstr>Segoe Print</vt:lpstr>
      <vt:lpstr>Microsoft YaHei</vt:lpstr>
      <vt:lpstr>Calibri</vt:lpstr>
      <vt:lpstr>Arial Unicode MS</vt:lpstr>
      <vt:lpstr>Calbri</vt:lpstr>
      <vt:lpstr>IT6006U3LS02Filtering_Streams</vt:lpstr>
      <vt:lpstr>Project PRESENTATION</vt:lpstr>
      <vt:lpstr>HOTEL TABLE RESERVATION SYSTEM A project by Byte Me</vt:lpstr>
      <vt:lpstr>TEAM MEMBERS</vt:lpstr>
      <vt:lpstr>PROBLEM STATEMENT</vt:lpstr>
      <vt:lpstr>OBJECTIVE</vt:lpstr>
      <vt:lpstr>CLIENT DETAILS</vt:lpstr>
      <vt:lpstr>REQUIREMENT ENGINEERING</vt:lpstr>
      <vt:lpstr>PowerPoint 演示文稿</vt:lpstr>
      <vt:lpstr>OTHER IMPLEMENTATION DETAILS</vt:lpstr>
      <vt:lpstr>DESIGN DETAILS</vt:lpstr>
      <vt:lpstr>INDIVIDUAL CONTRIBUTION</vt:lpstr>
      <vt:lpstr>INDIVIDUAL CONTRIBUTION</vt:lpstr>
      <vt:lpstr>IMPLEMENTATION DETAILS</vt:lpstr>
      <vt:lpstr>Risk Management</vt:lpstr>
      <vt:lpstr>Test Log Report</vt:lpstr>
      <vt:lpstr>SCREENSHOTS OF RESERVATION MODULE BACKEND</vt:lpstr>
      <vt:lpstr>SCREENSHOTS OF RESERVATION MODULE</vt:lpstr>
      <vt:lpstr>WORKING WITH JIRA SPRINT 1#</vt:lpstr>
      <vt:lpstr>WORKING WITH JIRA SPRINT 1#</vt:lpstr>
      <vt:lpstr>WORKING WITH JIRA SPRINT 2#</vt:lpstr>
      <vt:lpstr>WORKING WITH JIRA SPRINT 2#</vt:lpstr>
      <vt:lpstr>MEETING NOTES</vt:lpstr>
      <vt:lpstr>CREATING REPOSITORY</vt:lpstr>
      <vt:lpstr>FEEDBACK FROM CLIENT</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PIF1941 – NLP &amp; IR</dc:title>
  <dc:creator>VEERA RAGAVAN</dc:creator>
  <cp:lastModifiedBy>Ram-Aashi</cp:lastModifiedBy>
  <cp:revision>438</cp:revision>
  <dcterms:created xsi:type="dcterms:W3CDTF">2020-08-02T17:30:00Z</dcterms:created>
  <dcterms:modified xsi:type="dcterms:W3CDTF">2026-04-02T09:31:57Z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DFB619452E304B0FA0C43792C3DFBE63_12</vt:lpwstr>
  </property>
  <property fmtid="{D5CDD505-2E9C-101B-9397-08002B2CF9AE}" pid="3" name="KSOProductBuildVer">
    <vt:lpwstr>1033-12.2.0.23196</vt:lpwstr>
  </property>
</Properties>
</file>